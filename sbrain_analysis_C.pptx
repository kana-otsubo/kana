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  <p:sldMasterId id="2147483673" r:id="rId2"/>
    <p:sldMasterId id="2147483685" r:id="rId3"/>
    <p:sldMasterId id="2147483697" r:id="rId4"/>
    <p:sldMasterId id="2147483709" r:id="rId5"/>
    <p:sldMasterId id="2147483721" r:id="rId6"/>
    <p:sldMasterId id="2147483661" r:id="rId7"/>
  </p:sldMasterIdLst>
  <p:notesMasterIdLst>
    <p:notesMasterId r:id="rId17"/>
  </p:notesMasterIdLst>
  <p:sldIdLst>
    <p:sldId id="2327" r:id="rId8"/>
    <p:sldId id="2328" r:id="rId9"/>
    <p:sldId id="2329" r:id="rId10"/>
    <p:sldId id="2330" r:id="rId11"/>
    <p:sldId id="2331" r:id="rId12"/>
    <p:sldId id="2332" r:id="rId13"/>
    <p:sldId id="2333" r:id="rId14"/>
    <p:sldId id="2336" r:id="rId15"/>
    <p:sldId id="2335" r:id="rId1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6969"/>
    <p:restoredTop sz="95807"/>
  </p:normalViewPr>
  <p:slideViewPr>
    <p:cSldViewPr snapToGrid="0" snapToObjects="1">
      <p:cViewPr varScale="1">
        <p:scale>
          <a:sx n="77" d="100"/>
          <a:sy n="77" d="100"/>
        </p:scale>
        <p:origin x="616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84" d="100"/>
          <a:sy n="84" d="100"/>
        </p:scale>
        <p:origin x="3960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B77540-3142-994F-80D2-C279C33CCEB5}" type="datetimeFigureOut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CD4C93-FD2E-984D-84AD-1A252CC731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8141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CD4C93-FD2E-984D-84AD-1A252CC731A2}" type="slidenum">
              <a:rPr kumimoji="1" lang="ja-JP" altLang="en-US" smtClean="0"/>
              <a:t>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667473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8BAA91-0D6E-A041-A5E9-89BD9278EA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ECA7BC4-270F-F14E-A5BA-8E35D01EC7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135E518-8AA7-8946-B998-E42E748B4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CF28-A087-7542-8079-21182E9D6CE5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9B9673C-E445-5049-BE50-EA345B6F5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CC72041-BC3E-B348-AB3A-EABECA5E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0CB2D-CA46-6C49-BA2E-1DD9F5CEC8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3440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139DC2-FB0C-3B48-A5A6-BDE85738F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EDA121D-20BF-D44B-8F60-EFD0B731E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091074-FD0C-634C-B04D-9E36E1F68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39639-F332-E74F-8E6E-1923DE78EC73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9D58304-1373-C941-A63E-39A89B8C7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3CBEE5F-0469-FC4B-B91D-9DE620F63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0CB2D-CA46-6C49-BA2E-1DD9F5CEC8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0110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413DC0-931F-2A43-ADE2-BE3969C9F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76A8EF2-C165-644C-94ED-7C8107F3D5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3145A40-2F45-4B44-9C78-56FA4B27F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88579-BD3C-A449-96A9-0719A1BAF5F2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B5290EA-875A-6B47-96A6-F68C669BE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5F086D-F545-C641-936A-A548297ED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0CB2D-CA46-6C49-BA2E-1DD9F5CEC8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8499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E835DC-BEC2-1147-9404-64086C6FD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8854FF7-5750-7F41-A769-5AD1A704A5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2A84BD6-B3D3-274E-8AB2-6ECBCE6143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EDDDF9E-B5F5-DF4D-8877-142D37B92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0FF43-28A9-7545-95E4-1EC6E051ACDA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B8493F8-BB57-CE40-9A13-CA90D3A79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1F8DD16-4B4C-734D-B53F-64E7AC102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0CB2D-CA46-6C49-BA2E-1DD9F5CEC8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9143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09607D-2D6C-424F-B97D-2A209EB09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6DFD540-0884-0B49-9673-6E8C0F2D50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24CFDE8-E21A-8841-ABFB-533C844024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03F0BEA-9A04-B147-B28B-8F644F05DF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5D5FF50-D120-E64F-8BB6-EB0CAEB53B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40D0CFE-6842-184B-B8B2-C9222A557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D2399-FA12-144D-AEF6-86F5C8DD3393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22CDF3A-1377-1845-B19E-EC1C403AC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ED904F9-7C5D-8F43-8908-7A0FCCE62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0CB2D-CA46-6C49-BA2E-1DD9F5CEC8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0206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980A06-9CBC-EF48-92CB-67C7DAD07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481641F-AB7E-3446-B052-E090B282A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297EB-ECDE-F94A-92EC-1BA1797F54E6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A891D3E-EE04-9C48-9D70-09AC889BF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A90412B-DF28-814D-A7C3-B4937BE6D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0CB2D-CA46-6C49-BA2E-1DD9F5CEC8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798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C420B14-02F0-6848-8D7E-92DEDA06A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87943-39BD-5348-AA23-8E58EA78CB50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C2907C7-EC35-E94B-A365-35AD29BBE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9F29F4F-87F8-334D-98F8-4C094874A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1514" y="6492874"/>
            <a:ext cx="2743200" cy="365125"/>
          </a:xfrm>
        </p:spPr>
        <p:txBody>
          <a:bodyPr/>
          <a:lstStyle/>
          <a:p>
            <a:fld id="{91D0CB2D-CA46-6C49-BA2E-1DD9F5CEC8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0849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C420B14-02F0-6848-8D7E-92DEDA06A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88B85-2341-3B4E-83E0-9F064B8B8407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C2907C7-EC35-E94B-A365-35AD29BBE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9F29F4F-87F8-334D-98F8-4C094874A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0CB2D-CA46-6C49-BA2E-1DD9F5CEC8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7806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6B47C0-C330-AC45-A603-3318B2FE9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6FA5CFE-0E2F-E949-AC0A-28620C40F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10FF0B3-DE51-2640-90FB-BAEF604128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B8C7362-172C-7743-9356-2CEC56A97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CDBE6-FB6B-064D-BFD4-D5DB83D28FD5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DA1A582-FA21-FA47-B909-8F625B2FE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0CC4066-1329-BE4C-955A-9E5A23A14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0CB2D-CA46-6C49-BA2E-1DD9F5CEC8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8519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7FE58D-44CF-274F-B6C4-1C95DC67D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18E5973-3259-5642-8B9A-ACA36A8B6E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8122AB3-A4BE-8F4C-B71D-96CA70A7F9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789AD0E-5C4D-F04A-AC1C-B5438F390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B3EC3-4A51-0C4E-A328-FE2F82CE1D1A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6A1C5B7-3B67-7844-9595-F917D25ED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90437A7-0EE7-734C-AA41-1914088B8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0CB2D-CA46-6C49-BA2E-1DD9F5CEC8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9467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D4BB3E-CE23-D440-9021-C39C03F77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B03D921-8B96-224F-9D29-79BF61A36E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8AB8666-8BBD-1F4B-B658-37F0C1B9D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91E19-7578-904B-8488-28EEC17D99AA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6C6F89-9660-1245-B0A8-D89BAF5E5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4D6E537-6BA6-584D-B772-27410C109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0CB2D-CA46-6C49-BA2E-1DD9F5CEC8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41483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B20F397-50F2-DD42-9CD4-3BA83A40FB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CD0A853-7DBA-F244-A904-3D59D34D26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62D119A-C2CD-5A42-82D3-B48AD690F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E18C-DFC2-F344-B5DF-D40AAA1FFF5C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709D046-68AF-0947-AF3A-7538261B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DAAAC01-3E5A-3844-81CD-5D1913BE3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0CB2D-CA46-6C49-BA2E-1DD9F5CEC8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55696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16A728-681F-AA40-BC49-35DFDF71ED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83C086F-E4C1-0E47-9AD4-369A6A94E5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AB2106C-866F-0744-AC70-8DF1C5030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DC112-BCCA-A149-9DF4-769381F4D7F1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AD5C925-A386-5549-9575-3005B84B6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31DA6FB-DC0B-5941-B843-32D48E685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FE30F-3CF6-F248-A505-912EF0DA53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69771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DB9E76-57A0-464C-908F-84B8CFE5E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E2327B3-BCAF-7546-A811-44F3E51F1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2F48D42-A2FE-0D48-A42C-B8B66BED0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4CA52-36BD-3D44-9E61-AB60889D3719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AD023D0-63E0-E14D-B3AE-E7F77D922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313037D-1F03-424F-ABBA-DE184305D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FE30F-3CF6-F248-A505-912EF0DA53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18361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908045-9E2C-BB4F-8798-04CEE7F16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31C41D8-38D8-CA4C-8EAE-11EE292B7D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793E0F0-00DD-D74B-B475-A2BC6B7CF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10F1E-6AEA-0049-B775-B7EE5A0EEAE9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74B05C1-5EEA-FD4E-A573-17B26B34F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1A99620-6419-9A45-98C8-78E3FF9F7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FE30F-3CF6-F248-A505-912EF0DA53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33853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48CEEE-2210-AB47-A102-7257A724D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020A322-C721-7141-920E-1ACDC8971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4CDCDA6-A4F1-4242-AD4B-2E909CADC6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E022CBC-9AB5-F441-A0CB-DCBBDAA93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ADA6E-CDDE-5C44-96D6-31144799F2AD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A235BB3-3EB6-2D47-AE4E-163AA69ED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E065342-5366-1848-9CA2-5B42D4BE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FE30F-3CF6-F248-A505-912EF0DA53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66355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48CF6A-A8DC-9C4A-9940-F0B479750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6714667-D902-7C40-865B-4F6515E735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CF37ED8-2696-D149-A43F-A8BE0A5C97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66C5DD7-E4FF-7348-96B2-A7FE7F7081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9274823-BB59-0048-9649-F0A9F6692C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31FAD8B-1297-BF4C-8FD7-5D1ADFDA1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04F60-5FE1-E145-90FD-3ACD5BEB4653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2F0AE9F-5CED-1844-B143-758215FB9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9B07467-DC2A-8A43-95AF-F97D8EE61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FE30F-3CF6-F248-A505-912EF0DA53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36049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E17D0D-A12A-3B4E-B3D3-0FCB98C29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EAE5580-75A7-7C42-8EB2-A473F901D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383B1-A0CA-0F4E-B6B8-C5763F8EAD14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4890BB1-6D06-4643-A1F7-03AAA951F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6FDC2BF-61A3-1C42-9EF7-D6932017E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FE30F-3CF6-F248-A505-912EF0DA53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76899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C43AA29-9D5F-3441-9FAD-60B944B66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D79F-BD10-8644-B8F9-E5ACBF401DB4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1079C35-4A30-6948-9757-7F266DA68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86F6003-1DBA-E543-99A3-D59F69A97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FE30F-3CF6-F248-A505-912EF0DA53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34400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A3BD80-6ABD-8C4A-BBE0-8D149D108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6CB8277-7698-864B-B26C-4040F0745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9E210F3-29F2-FF4C-A1A3-3B2C33B0C2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CEA180A-88F5-1248-8989-BA851C009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E7C09-E908-FF49-94C5-DC7B0827F553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8BC8282-C228-1A43-BDA1-6C3895286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45C9B98-836E-5247-AFD5-6DB5EF08A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FE30F-3CF6-F248-A505-912EF0DA53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39353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07130D-1DE7-2748-B465-88E737F4A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B2D9C7D-5B82-BB4A-9652-E5AEC2AFE1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FD6D102-54EF-0B4E-B603-EE25F61279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716C3EC-F4DF-9D47-A9A8-39284E86F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5EF29-A123-5A44-AA9A-EEAACF174B58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C1241F9-0A34-C441-9596-B32F13D1C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A2ACB77-BF0A-D841-93B8-6A1A5D7F3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FE30F-3CF6-F248-A505-912EF0DA53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57617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2B7253-6084-F24D-8BBA-F2412BCEE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5632820-D6A8-A542-8379-F4EE920C66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76C4D7E-2F0D-C24D-B1BD-E4D317ACF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78470-F06F-894D-860F-680EAA18BD75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7A372C6-A00C-BD4E-906F-564053EA4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4A5DD45-B9F1-EE47-8E91-1948426B9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FE30F-3CF6-F248-A505-912EF0DA53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67645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F6107AB-4828-5B44-A0EE-5784C7A073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DA3346F-422A-9043-9AD4-74AFCF5FE4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531ABA-7761-8F41-B996-C42AAD9DB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1DE09-6D9B-414D-9FCC-C36694B00634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11EB378-B207-0B45-9786-955C2BE22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4F1DEBB-E20D-014E-945C-C10CB5904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FE30F-3CF6-F248-A505-912EF0DA53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08656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16A728-681F-AA40-BC49-35DFDF71ED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83C086F-E4C1-0E47-9AD4-369A6A94E5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AB2106C-866F-0744-AC70-8DF1C5030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39789-7F2A-A347-A2FC-57C1B05C256D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AD5C925-A386-5549-9575-3005B84B6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31DA6FB-DC0B-5941-B843-32D48E685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FE30F-3CF6-F248-A505-912EF0DA53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17573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DB9E76-57A0-464C-908F-84B8CFE5E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E2327B3-BCAF-7546-A811-44F3E51F1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2F48D42-A2FE-0D48-A42C-B8B66BED0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BE19F-CD44-EC4E-9B9D-02C8F4EDC425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AD023D0-63E0-E14D-B3AE-E7F77D922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313037D-1F03-424F-ABBA-DE184305D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FE30F-3CF6-F248-A505-912EF0DA53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014922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908045-9E2C-BB4F-8798-04CEE7F16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31C41D8-38D8-CA4C-8EAE-11EE292B7D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793E0F0-00DD-D74B-B475-A2BC6B7CF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6C7DB-BC67-264B-9554-13099AD59522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74B05C1-5EEA-FD4E-A573-17B26B34F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1A99620-6419-9A45-98C8-78E3FF9F7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FE30F-3CF6-F248-A505-912EF0DA53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48664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48CEEE-2210-AB47-A102-7257A724D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020A322-C721-7141-920E-1ACDC8971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4CDCDA6-A4F1-4242-AD4B-2E909CADC6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E022CBC-9AB5-F441-A0CB-DCBBDAA93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5D525-EC03-C041-9426-DCC66283CD5B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A235BB3-3EB6-2D47-AE4E-163AA69ED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E065342-5366-1848-9CA2-5B42D4BE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FE30F-3CF6-F248-A505-912EF0DA53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03872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48CF6A-A8DC-9C4A-9940-F0B479750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6714667-D902-7C40-865B-4F6515E735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CF37ED8-2696-D149-A43F-A8BE0A5C97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66C5DD7-E4FF-7348-96B2-A7FE7F7081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9274823-BB59-0048-9649-F0A9F6692C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31FAD8B-1297-BF4C-8FD7-5D1ADFDA1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CE7C6-8F4E-F54C-87B1-9EE0446692A7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2F0AE9F-5CED-1844-B143-758215FB9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9B07467-DC2A-8A43-95AF-F97D8EE61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FE30F-3CF6-F248-A505-912EF0DA53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259146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E17D0D-A12A-3B4E-B3D3-0FCB98C29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EAE5580-75A7-7C42-8EB2-A473F901D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734BA-4043-9147-B6C8-9241CF44A870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4890BB1-6D06-4643-A1F7-03AAA951F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6FDC2BF-61A3-1C42-9EF7-D6932017E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FE30F-3CF6-F248-A505-912EF0DA53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456645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C43AA29-9D5F-3441-9FAD-60B944B66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B4553-EA81-C84E-9F37-CBE57C2BAD79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1079C35-4A30-6948-9757-7F266DA68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86F6003-1DBA-E543-99A3-D59F69A97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FE30F-3CF6-F248-A505-912EF0DA53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728301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A3BD80-6ABD-8C4A-BBE0-8D149D108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6CB8277-7698-864B-B26C-4040F0745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9E210F3-29F2-FF4C-A1A3-3B2C33B0C2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CEA180A-88F5-1248-8989-BA851C009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F0EDD-5F84-E640-8CBB-2433D129B51C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8BC8282-C228-1A43-BDA1-6C3895286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45C9B98-836E-5247-AFD5-6DB5EF08A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FE30F-3CF6-F248-A505-912EF0DA53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74746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07130D-1DE7-2748-B465-88E737F4A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B2D9C7D-5B82-BB4A-9652-E5AEC2AFE1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FD6D102-54EF-0B4E-B603-EE25F61279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716C3EC-F4DF-9D47-A9A8-39284E86F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CD45A-D05E-F54F-87DE-F105C6C8DF14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C1241F9-0A34-C441-9596-B32F13D1C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A2ACB77-BF0A-D841-93B8-6A1A5D7F3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FE30F-3CF6-F248-A505-912EF0DA53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18696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2B7253-6084-F24D-8BBA-F2412BCEE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5632820-D6A8-A542-8379-F4EE920C66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76C4D7E-2F0D-C24D-B1BD-E4D317ACF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9EB1C-D68C-A043-B385-02C6C17C207B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7A372C6-A00C-BD4E-906F-564053EA4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4A5DD45-B9F1-EE47-8E91-1948426B9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FE30F-3CF6-F248-A505-912EF0DA53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329893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F6107AB-4828-5B44-A0EE-5784C7A073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DA3346F-422A-9043-9AD4-74AFCF5FE4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531ABA-7761-8F41-B996-C42AAD9DB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A711A-1366-0D41-B53C-092CFA239C90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11EB378-B207-0B45-9786-955C2BE22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4F1DEBB-E20D-014E-945C-C10CB5904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FE30F-3CF6-F248-A505-912EF0DA53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797432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09DFAB-A29D-614A-ACD1-E7BD0349B1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6BA9942-7047-5F4A-8DD1-05838B5104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6084000-930C-B441-B25C-4EA7AD327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BE0AA-B6A3-1A4E-B1D0-7CFF35EF356A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CBBEF54-5F83-2B42-B261-9779B11F9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217898C-7622-0944-98C4-743512060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EE26E-6718-B247-9039-F184A14B79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16003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64C407-EFB4-284D-B13C-9066C61ED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7E99281-734F-8B48-9541-A4E569B62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A40DE9-0418-764A-B19F-1EE7C544F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C3D8F-0F01-1940-8600-3BB39ADE25CB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F1661EC-92F3-7E40-963E-8FB58E7AE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62FA6B5-D011-F24D-A51D-C16A5F69B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EE26E-6718-B247-9039-F184A14B79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925148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D9FE80-E492-AE48-BE1E-66E3CF460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8883D9A-5EA5-194D-8B6D-72A55F74D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160FA98-479C-814F-8F36-B5B7A58CA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705DF-F38A-EA40-8654-F684BF040146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D2F2311-9CB2-AE49-9369-99BFAEBA9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6C6ECF0-6C62-7C44-A75F-505DAC26B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EE26E-6718-B247-9039-F184A14B79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29373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F10D07-E1EC-F041-A57C-0E33CBD91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A79DFE9-845F-7C4A-A1B7-FF3B81BA4F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81C2891-B8B6-3643-A071-F7178EAF1F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A4F729E-722C-784D-8633-F91E3E8CC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F8341-4D53-554A-A499-B4A94DD4A32F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F058676-1D33-A140-85F2-5FB46D368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ABE42C0-5914-1B40-AB84-20BB1142F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EE26E-6718-B247-9039-F184A14B79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251426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36E7EF-A9DD-E34A-BAD8-E7F522E2A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D959C4F-DCD0-2647-AA03-A86BE4BA6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CE205C1-C6BF-2D4C-8170-7D6EDB8E29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1F8F611-0A33-DB42-8D37-1FB5A64025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4342E63-07F7-1545-922C-05B843E546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973FA50-4BD6-D84B-8763-6D6C25C66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031A2-661C-FF42-8865-C93014259FEE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3BF6035-FBC3-2948-9C18-3D312F91D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BCA896D-77E9-7F4A-BE42-B8D21BBE5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EE26E-6718-B247-9039-F184A14B79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604235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4BDB43-4E00-A147-B163-E8782D126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D668D53-E239-EC41-8E32-9BF8A84FC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62482-F1EE-0042-A9B0-1A61B60B210E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D634B88-25A6-A44D-863D-1BCD05AC6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FA17AF7-F661-E14E-ACCB-D45C27B5B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EE26E-6718-B247-9039-F184A14B79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746215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ED215BD-3B55-0D44-B23F-7C2C69F7F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8A9DD-E871-C348-A71C-E5DADB877016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0C65577-1308-6144-A9C5-24E3B231D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D3AA782-FF4E-1F4C-854C-2C6532982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EE26E-6718-B247-9039-F184A14B79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209924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05E8F1-0BA9-E74C-AEB5-05481CE74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D3AEB4A-DEFA-B748-91C3-D1714F1F8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9B3ADB0-9B8A-4341-BAF2-8AF689D4CE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0009335-ED10-8246-AE00-0C37B3152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40300-C579-D94A-A079-C481BE2A3059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022AEBE-722D-3447-A3A1-754700F92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4A17DCB-44FE-7343-BCE4-36E4C73AD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EE26E-6718-B247-9039-F184A14B79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461428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118E29-25BB-B747-8B14-0A920EDD2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53EB597-8AFD-AD40-8E7F-07931DCBFE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D7D8C17-4C73-5D4B-9245-1E714C8FD7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B1E232A-A646-CE4C-B7EF-A6D2BEDDF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B63E5-4044-AD43-858B-7E2042AD2322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7B286D1-DA91-104D-8001-2224A5619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B5FDD9-D456-DD45-AAE1-19375B4D6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EE26E-6718-B247-9039-F184A14B79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550923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BA8BCF-78E6-D742-9A49-C3BBE4BD1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D73756E-AD7D-AC44-8A13-9DC38DB610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0AA211C-DD04-E243-A1C3-F206503DC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B082E-DDC0-E745-95A7-2822C909E785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3764F00-6F9C-9B49-8FD5-B9CC128B0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8741F9B-FF7C-554D-AB30-482D431F7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EE26E-6718-B247-9039-F184A14B79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493651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A91E243-46A5-854D-8DEE-3B64570104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88345EE-EFAE-7447-9975-D5443EF659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68A1263-D92D-6145-97BD-E91251E36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7E629-E8FC-D643-BF89-02C95D2490CA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F9A5147-0DB0-054A-ACFA-CA3628D38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5312D6E-AFA2-AB49-947D-BEC9225F2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EE26E-6718-B247-9039-F184A14B79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06166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B5B132-7F19-3C42-98A3-E8487F137B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DE069F1-5663-D54E-8EAA-2970DB70F1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366093F-EB17-2840-B653-C7358A6E2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F159-4427-5E4A-9EE8-9B57850F2D6B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2924780-3B9F-FE42-9533-CEE3452B0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8D76B23-671E-C14D-A4F5-CC9A05F3C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16DF3-1763-0844-865A-4FAF4DA5AF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472496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968504-1B91-E14C-AEA1-1A8D5DEA2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7F22C1A-4682-1149-99A5-6D659BD2B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F6A686E-E6C6-934D-841C-66C5F3F12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B7784-BE8F-8F48-8A81-DF2587DDCDFF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2A78F01-CBB7-FE46-BDF7-3EF76CC44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B585B95-AAB0-E248-920C-941C0A4D4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16DF3-1763-0844-865A-4FAF4DA5AF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681377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6B9316-7AF9-9941-BB86-D1362D0F4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32A534F-6883-8D4D-A025-7C2165A83B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A8D5D68-F49E-4341-B084-F3EFFF24C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634EE-ABC2-3A4B-8266-1E5E75A8941F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80B255C-C13A-6E43-BD99-AAA797C3B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8E01EF0-C5DC-1048-B432-98E4449E2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16DF3-1763-0844-865A-4FAF4DA5AF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572960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7B9D7C-8970-254F-8542-14B7C09A2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5C3306E-BDC3-8741-ABA7-3F7A706C59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F44301B-A29A-1E4C-9EBA-2806A2D368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D21C31B-92A3-894F-8275-4EAFCBBC7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A5AEF-2DEB-C34C-B699-5E9B6A7056E6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D30DC7E-0924-8A4B-82EB-9748CE053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B590894-D8B3-5A45-A5F3-DA1D4C867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16DF3-1763-0844-865A-4FAF4DA5AF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483661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01C307-BF95-0F41-BC6F-B4AD6A430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AA5BB5B-02DA-BC46-905E-A7D1D32C56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A0D4B81-768C-7D43-B5B7-C8F211D1D0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9CCC475-57AB-0B44-9F3F-B568CFEC66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34519F5-57F3-B84E-9F03-7B4B2EAD34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C442A2E-1849-AD40-ADF8-DF5A24B77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4BE2D-48C0-A647-A5D5-4F4E942DC93A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440D1E2-F4EA-6B4F-B2D2-581957143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83B1D87-15F9-DD44-A9D3-9774BFB54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16DF3-1763-0844-865A-4FAF4DA5AF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226699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0E1CBB-5A95-0941-A387-223E3A94A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CFBCB4D-2656-7542-9155-2FDC433F7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E20E6-5E73-0347-9391-9F4875A5BA36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F7EFC8E-94DB-C248-ADD4-FEF6396EF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2727167-4777-2749-8F5D-61D9AD1A7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16DF3-1763-0844-865A-4FAF4DA5AF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401724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9B00604-1DE4-394C-9E4B-09EE47ABE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652D9-6FBD-424D-AD4A-C9EF95B4119B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7EF364F-68C8-8A48-A43D-7D568FC89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0E9C15D-D9FF-C849-8CDB-43FD90D5D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16DF3-1763-0844-865A-4FAF4DA5AF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806921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2983AE-7E06-B949-B352-444A4E9CA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CDC20A8-B71A-BA4B-AEFB-92223183B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8B64040-8E3F-F149-80EA-9AF78D204D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375FB47-9913-4C4F-B5DA-CFEE20052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42B13-AAA3-4D41-998E-A684CC5B2C44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9FC840E-68F6-004B-A5B3-7A9BA82C9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907DBFA-22FD-3045-9CD6-F14A07F3C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16DF3-1763-0844-865A-4FAF4DA5AF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601040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6DD1A1-5F79-3840-99B9-AF8269D80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B9502DF-7B3F-7740-892E-56EC49E638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242B9C7-6FF2-DC40-99F4-802129C296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1F83D08-3FCB-0C43-9E92-C1C26E495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002BD-227F-BB4D-AF27-D8B726E94D28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C2EB8D0-D331-2E41-89D3-1E5A0490B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8609F1B-007D-3246-A389-D216E75BC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16DF3-1763-0844-865A-4FAF4DA5AF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690378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8B4414-18E9-F54F-B7BB-87BFEAB2D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0C16EF3-6560-DE43-AED2-721093DAF9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C28DFED-461D-2842-B30D-AB9442446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AE930-42B9-CF4E-A273-FACA52767E9C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938B560-85EE-4242-804C-CAB76651C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EBB3C45-57EB-6848-8935-C40B0D72E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16DF3-1763-0844-865A-4FAF4DA5AF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461268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0B24997-D658-2842-AB6A-56F35C91A3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086EFD6-34C4-5046-937E-A5149C4EE8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B5F1F3C-BFC5-E14E-AD0F-FE01B0C32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63B53-490E-F747-BF46-112B6F92C0CB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FB55E71-6C39-0341-8E81-E4B1D303C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62EEA58-EBF4-8B46-B12E-A77B22DDC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16DF3-1763-0844-865A-4FAF4DA5AF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236489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B5B132-7F19-3C42-98A3-E8487F137B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DE069F1-5663-D54E-8EAA-2970DB70F1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366093F-EB17-2840-B653-C7358A6E2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89CA8-0BD2-0942-A3CC-454569A42901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2924780-3B9F-FE42-9533-CEE3452B0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8D76B23-671E-C14D-A4F5-CC9A05F3C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16DF3-1763-0844-865A-4FAF4DA5AF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934914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968504-1B91-E14C-AEA1-1A8D5DEA2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7F22C1A-4682-1149-99A5-6D659BD2B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F6A686E-E6C6-934D-841C-66C5F3F12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AFD93-A289-A642-8CBB-807C9D2E9348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2A78F01-CBB7-FE46-BDF7-3EF76CC44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B585B95-AAB0-E248-920C-941C0A4D4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16DF3-1763-0844-865A-4FAF4DA5AF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412414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6B9316-7AF9-9941-BB86-D1362D0F4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32A534F-6883-8D4D-A025-7C2165A83B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A8D5D68-F49E-4341-B084-F3EFFF24C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EA25B-3CA3-614A-9719-4370FECF2EFC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80B255C-C13A-6E43-BD99-AAA797C3B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8E01EF0-C5DC-1048-B432-98E4449E2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16DF3-1763-0844-865A-4FAF4DA5AF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279008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7B9D7C-8970-254F-8542-14B7C09A2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5C3306E-BDC3-8741-ABA7-3F7A706C59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F44301B-A29A-1E4C-9EBA-2806A2D368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D21C31B-92A3-894F-8275-4EAFCBBC7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DC188-606B-8E4A-BCC1-C5F15376861A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D30DC7E-0924-8A4B-82EB-9748CE053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B590894-D8B3-5A45-A5F3-DA1D4C867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16DF3-1763-0844-865A-4FAF4DA5AF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653841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01C307-BF95-0F41-BC6F-B4AD6A430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AA5BB5B-02DA-BC46-905E-A7D1D32C56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A0D4B81-768C-7D43-B5B7-C8F211D1D0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9CCC475-57AB-0B44-9F3F-B568CFEC66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34519F5-57F3-B84E-9F03-7B4B2EAD34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C442A2E-1849-AD40-ADF8-DF5A24B77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FBD29-6F92-B94E-80E4-6AD20E9E0708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440D1E2-F4EA-6B4F-B2D2-581957143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83B1D87-15F9-DD44-A9D3-9774BFB54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16DF3-1763-0844-865A-4FAF4DA5AF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085839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0E1CBB-5A95-0941-A387-223E3A94A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CFBCB4D-2656-7542-9155-2FDC433F7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D8647-A7DE-E84C-A4BB-CFB3735B27CC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F7EFC8E-94DB-C248-ADD4-FEF6396EF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2727167-4777-2749-8F5D-61D9AD1A7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16DF3-1763-0844-865A-4FAF4DA5AF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682163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9B00604-1DE4-394C-9E4B-09EE47ABE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EDFF9-F3CF-994E-A0E9-E391D73F7157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7EF364F-68C8-8A48-A43D-7D568FC89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0E9C15D-D9FF-C849-8CDB-43FD90D5D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16DF3-1763-0844-865A-4FAF4DA5AF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052831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2983AE-7E06-B949-B352-444A4E9CA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CDC20A8-B71A-BA4B-AEFB-92223183B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8B64040-8E3F-F149-80EA-9AF78D204D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375FB47-9913-4C4F-B5DA-CFEE20052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68BE1-69DC-6144-802F-2720B25C7C2F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9FC840E-68F6-004B-A5B3-7A9BA82C9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907DBFA-22FD-3045-9CD6-F14A07F3C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16DF3-1763-0844-865A-4FAF4DA5AF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24577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6DD1A1-5F79-3840-99B9-AF8269D80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B9502DF-7B3F-7740-892E-56EC49E638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242B9C7-6FF2-DC40-99F4-802129C296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1F83D08-3FCB-0C43-9E92-C1C26E495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9EAB9-41D6-A44A-8333-0819E2BF7632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C2EB8D0-D331-2E41-89D3-1E5A0490B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8609F1B-007D-3246-A389-D216E75BC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16DF3-1763-0844-865A-4FAF4DA5AF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153830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8B4414-18E9-F54F-B7BB-87BFEAB2D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0C16EF3-6560-DE43-AED2-721093DAF9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C28DFED-461D-2842-B30D-AB9442446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EBB50-7DF9-6C49-A9E4-E483677A3234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938B560-85EE-4242-804C-CAB76651C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EBB3C45-57EB-6848-8935-C40B0D72E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16DF3-1763-0844-865A-4FAF4DA5AF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97326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0B24997-D658-2842-AB6A-56F35C91A3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086EFD6-34C4-5046-937E-A5149C4EE8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B5F1F3C-BFC5-E14E-AD0F-FE01B0C32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48102-FE3C-3E4E-9D3E-E64561B1D63B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FB55E71-6C39-0341-8E81-E4B1D303C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62EEA58-EBF4-8B46-B12E-A77B22DDC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16DF3-1763-0844-865A-4FAF4DA5AF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478684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CD02C6-9DD1-7940-98E5-51B6C8592A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6A19F75-1A8D-B244-9456-EF209BF72A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E5CFD9C-BA83-B742-9FC9-3AF75D99D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27BD7-100F-D94C-ADA8-0D01B95512C3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0B86387-B05B-CD42-BA6B-1B72E3765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CC449C8-2BC9-7144-9E53-22C7BBB8E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0D0D7-A5A6-144E-9084-65258A6700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263445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9CF670-ACCB-C842-BE4C-05DCF76F9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DF604DB-4DCD-A94E-9F94-EE957EBFD1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033DA01-7D0D-944B-8CDF-8BFDFFAC1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A5984-6D2A-D347-AE20-7EBB9DC1E9C6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B076ADC-4D8E-C74A-9613-C89DD8655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6D0D34A-D2CE-2140-9BBE-9DC5CEB78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0D0D7-A5A6-144E-9084-65258A6700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055050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1436B1-72A3-DD42-8D37-62817EBEF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252D32E-1CAE-AF4A-B598-F0A007D9A2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07B853F-1BF5-D44F-9927-E11E1D5BA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67230-7653-DE44-81BE-4A97D6E21CF1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BCB00D8-29A6-0B44-9A3F-DC6550B52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9767F87-DB48-CC42-B4AB-B165F2C44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0D0D7-A5A6-144E-9084-65258A6700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2857630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785D23-4450-A640-912D-A7B7B274E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68CB5B4-7BB3-5544-8518-66EF7FF840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2A64B48-9544-9A45-91EE-D61240C3D2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CAA1219-5AB3-ED42-A943-E9AD2D98A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2D072-DEE7-734D-B459-CCE222919A0F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0FE425F-1D27-3145-B271-028D3A4AC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95B9345-A210-954C-BD41-95ED30C50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0D0D7-A5A6-144E-9084-65258A6700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067112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6CDC16-B5CE-FA46-833B-5A1819B74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BA87279-448A-CF45-8B60-89D8A1F16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FCA6D4A-A089-E34F-9438-8AB1A69B0B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F81E652-85E0-514A-8E60-20699FA1C0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4344524-7EA5-0044-A967-9299D41F5A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BEDC00A-58D7-1046-B4BE-F24C2B389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B0A4F-029F-5749-AEE1-9939FE7D62B0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EA56BCA-2631-3843-8D07-4204F79C5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78A6005-240E-DC43-94F6-E18D5D69E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0D0D7-A5A6-144E-9084-65258A6700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065174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F9EF04-0607-E845-B27C-D75DF8609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3DCAAC0-FDF0-FD4F-BBD2-4DBEB9D4D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A9C17-682B-2047-AE07-C7F5AD6E952E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90A9E47-D38D-484E-9391-5292BB93B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3B68783-6985-8443-A4A4-C5FFC523E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0D0D7-A5A6-144E-9084-65258A6700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405148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501357B-F2BC-B141-8275-6CB4EE9D0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B1E90-8C01-0641-BB97-30279272E2C7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52AE0E8-8298-6246-B2FD-7599C2A30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BC978FE-7811-8444-BD9B-6808A638F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0D0D7-A5A6-144E-9084-65258A6700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448984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0DE807-E9C6-DB49-B119-F94D91739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8D61C43-3BF9-C94F-9329-034DA2FEB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A894E27-D192-B74B-8EDA-AD3604B4B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9212837-22A9-0846-A596-65B830B35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DAF34-8BED-C049-A48D-0B74CCF06E6A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031DF97-991A-2E4F-BE7B-23FEC881F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12847E8-2661-5B42-BB3E-104CA3196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0D0D7-A5A6-144E-9084-65258A6700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288416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FB9A57-C23B-CB42-9511-60CB2A9F9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E244010-68C3-A446-BD39-7BF3E41185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051BA11-61FE-C14C-B45F-9D4A64DCEC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602DE00-4836-CF47-A44B-A5CF8F280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94A3B-A6BB-5244-8755-6B7087A80B9E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540D394-D657-CA41-9A49-62923D1BC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0D9D78D-682E-D343-91D4-8CD2B4CDF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0D0D7-A5A6-144E-9084-65258A6700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732470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8A80CD-4D51-8B42-BB13-1FE323861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B10C2ED-BA07-454C-B6BB-911E1D4495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886CC7C-B0F5-C14A-8A62-2F4181724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F1B73-451A-9E4E-AEC6-98AE6034149F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DE739A3-C13D-3747-B7C7-ABE1D975D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1B602FD-CDA1-5341-84B1-0EC81A421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0D0D7-A5A6-144E-9084-65258A6700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639272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4C559A9-F923-AF44-B7DE-C51A053EDA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DBD65A6-FF39-9545-A165-EA42BA3311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A0C98AA-0105-734B-8348-780B36643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94068-4C42-EC43-A940-FB0E84EF63CA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7B7C2A9-9BCA-1144-8713-510549381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976CA09-EC45-2749-B04A-72259BCF1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0D0D7-A5A6-144E-9084-65258A6700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597925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jp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56.xml"/><Relationship Id="rId1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slideLayout" Target="../slideLayouts/slideLayout58.xml"/><Relationship Id="rId3" Type="http://schemas.openxmlformats.org/officeDocument/2006/relationships/slideLayout" Target="../slideLayouts/slideLayout59.xml"/><Relationship Id="rId4" Type="http://schemas.openxmlformats.org/officeDocument/2006/relationships/slideLayout" Target="../slideLayouts/slideLayout60.xml"/><Relationship Id="rId5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3.xml"/><Relationship Id="rId8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67.xml"/><Relationship Id="rId12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slideLayout" Target="../slideLayouts/slideLayout69.xml"/><Relationship Id="rId3" Type="http://schemas.openxmlformats.org/officeDocument/2006/relationships/slideLayout" Target="../slideLayouts/slideLayout70.xml"/><Relationship Id="rId4" Type="http://schemas.openxmlformats.org/officeDocument/2006/relationships/slideLayout" Target="../slideLayouts/slideLayout71.xml"/><Relationship Id="rId5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4.xml"/><Relationship Id="rId8" Type="http://schemas.openxmlformats.org/officeDocument/2006/relationships/slideLayout" Target="../slideLayouts/slideLayout75.xml"/><Relationship Id="rId9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77.xml"/><Relationship Id="rId11" Type="http://schemas.openxmlformats.org/officeDocument/2006/relationships/slideLayout" Target="../slideLayouts/slideLayout78.xml"/><Relationship Id="rId12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3DB73BC-098A-7E48-A195-6DD06D8B9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9929396-929A-2049-AC86-B92FF52FE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D72F4E2-1272-BD4E-BCD1-49B7E61B4F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FF85AF-CC4B-CF40-BCCA-BC52A97ED1BE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1D0D370-7A77-C04E-8856-749ABFF6B3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ja-JP" altLang="en"/>
              <a:t>（</a:t>
            </a:r>
            <a:r>
              <a:rPr lang="en" altLang="ja-JP"/>
              <a:t>C</a:t>
            </a:r>
            <a:r>
              <a:rPr lang="ja-JP" altLang="en"/>
              <a:t>）</a:t>
            </a:r>
            <a:r>
              <a:rPr lang="en" altLang="ja-JP"/>
              <a:t>2025.</a:t>
            </a:r>
            <a:r>
              <a:rPr lang="ja-JP" altLang="en"/>
              <a:t>（</a:t>
            </a:r>
            <a:r>
              <a:rPr lang="ja-JP" altLang="en-US"/>
              <a:t>一社）篠浦塾</a:t>
            </a:r>
            <a:endParaRPr lang="en-US" altLang="ja-JP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060F11D-E3F0-8048-9D5A-4B957FFF7B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57204" y="638626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/>
                </a:solidFill>
                <a:latin typeface="MS PGothic" panose="020B0600070205080204" pitchFamily="34" charset="-128"/>
                <a:ea typeface="MS PGothic" panose="020B0600070205080204" pitchFamily="34" charset="-128"/>
              </a:defRPr>
            </a:lvl1pPr>
          </a:lstStyle>
          <a:p>
            <a:fld id="{91D0CB2D-CA46-6C49-BA2E-1DD9F5CEC81F}" type="slidenum">
              <a:rPr lang="ja-JP" altLang="en-US" smtClean="0"/>
              <a:pPr/>
              <a:t>‹#›</a:t>
            </a:fld>
            <a:endParaRPr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4CF0B10-9641-B046-8A14-89815040BF39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1353800" y="94773"/>
            <a:ext cx="693209" cy="540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126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6B247E8-E56E-1240-8BD4-7F4A7E371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D5F99CB-AFB2-E041-A8B6-3154CE42EE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0C781C0-A9C6-BD44-AE16-B11388542C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4D797-6758-C545-8739-5D2F17437D60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C8E781A-3559-284F-BBDE-A54E46ED16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E5CC957-4E66-8A4E-AD41-629AA764A7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4FE30F-3CF6-F248-A505-912EF0DA53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8790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6B247E8-E56E-1240-8BD4-7F4A7E371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D5F99CB-AFB2-E041-A8B6-3154CE42EE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0C781C0-A9C6-BD44-AE16-B11388542C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EC956E-7FF6-634F-A4C0-A985F380180D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C8E781A-3559-284F-BBDE-A54E46ED16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E5CC957-4E66-8A4E-AD41-629AA764A7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4FE30F-3CF6-F248-A505-912EF0DA53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4746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00B854C-73E2-1D48-A95F-109A56229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C339EA3-A517-DA44-9FF3-DA985E16A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957B63D-B6DA-DB4B-8980-1067DF7CB4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85EE61-2C9F-4641-8B98-42DA10460807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3795444-093B-2044-A0C9-FE902FBBA7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3B16965-FA9D-0547-801F-1DAD0B9DA3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AEE26E-6718-B247-9039-F184A14B79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6569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0B853AE-1541-3140-B955-3EDBE8045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84E7434-E818-6144-B990-49860B6D2A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733D08D-5087-254D-9582-D9705FAE74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4B7CAC-700E-4D43-92EC-F4FACE72CDA8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B98529E-88D2-2D4D-A1BE-5C412A18A6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664ED17-6A8C-3B4D-8889-382137528E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D16DF3-1763-0844-865A-4FAF4DA5AF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5947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0B853AE-1541-3140-B955-3EDBE8045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84E7434-E818-6144-B990-49860B6D2A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733D08D-5087-254D-9582-D9705FAE74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7FB133-8425-4A40-B234-1450A5742C43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B98529E-88D2-2D4D-A1BE-5C412A18A6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664ED17-6A8C-3B4D-8889-382137528E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D16DF3-1763-0844-865A-4FAF4DA5AF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84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C834641-53D6-F540-A959-FC6A66185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F7D7EE9-D3C7-BD4B-9DFC-7574FC408B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3A555A1-AF2F-CA4B-9B5A-29B5781B38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C37005-0FA6-1440-8377-B7039CAB8071}" type="datetime1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5758A72-0278-6C48-BFFE-495AAEFA8F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73F572-FC21-8A48-9310-4CBD481028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40D0D7-A5A6-144E-9084-65258A6700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2546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emf"/><Relationship Id="rId3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emf"/><Relationship Id="rId3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emf"/><Relationship Id="rId3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emf"/><Relationship Id="rId3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emf"/><Relationship Id="rId3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emf"/><Relationship Id="rId3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784002AC-89B9-CD48-ABED-2321AC50A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 dirty="0"/>
              <a:t>（</a:t>
            </a:r>
            <a:r>
              <a:rPr kumimoji="1" lang="en" altLang="ja-JP" dirty="0"/>
              <a:t>C</a:t>
            </a:r>
            <a:r>
              <a:rPr kumimoji="1" lang="ja-JP" altLang="en" dirty="0"/>
              <a:t>）</a:t>
            </a:r>
            <a:r>
              <a:rPr kumimoji="1" lang="en" altLang="ja-JP" dirty="0"/>
              <a:t>202</a:t>
            </a:r>
            <a:r>
              <a:rPr kumimoji="1" lang="en-US" altLang="ja-JP" dirty="0"/>
              <a:t>6</a:t>
            </a:r>
            <a:r>
              <a:rPr kumimoji="1" lang="en" altLang="ja-JP" dirty="0"/>
              <a:t>.</a:t>
            </a:r>
            <a:r>
              <a:rPr kumimoji="1" lang="ja-JP" altLang="en" dirty="0"/>
              <a:t>（</a:t>
            </a:r>
            <a:r>
              <a:rPr kumimoji="1" lang="ja-JP" altLang="en-US" dirty="0"/>
              <a:t>一社）篠浦塾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AE5218F-E58F-5B48-90EA-BB0153A40B12}"/>
              </a:ext>
            </a:extLst>
          </p:cNvPr>
          <p:cNvSpPr/>
          <p:nvPr/>
        </p:nvSpPr>
        <p:spPr>
          <a:xfrm>
            <a:off x="3079096" y="2514600"/>
            <a:ext cx="6033807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wrap="square"/>
          <a:lstStyle/>
          <a:p>
            <a:pPr algn="ctr">
              <a:defRPr sz="2200" b="1">
                <a:solidFill>
                  <a:srgbClr val="1F3864"/>
                </a:solidFill>
              </a:defRPr>
            </a:pPr>
            <a:r>
              <a:t>Ａ様の例題</a:t>
            </a:r>
          </a:p>
        </p:txBody>
      </p:sp>
    </p:spTree>
    <p:extLst>
      <p:ext uri="{BB962C8B-B14F-4D97-AF65-F5344CB8AC3E}">
        <p14:creationId xmlns:p14="http://schemas.microsoft.com/office/powerpoint/2010/main" val="880605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F1302BD-7969-9A40-373E-87B20D80D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 dirty="0"/>
              <a:t>（</a:t>
            </a:r>
            <a:r>
              <a:rPr kumimoji="1" lang="en" altLang="ja-JP" dirty="0"/>
              <a:t>C</a:t>
            </a:r>
            <a:r>
              <a:rPr kumimoji="1" lang="ja-JP" altLang="en" dirty="0"/>
              <a:t>）</a:t>
            </a:r>
            <a:r>
              <a:rPr kumimoji="1" lang="en" altLang="ja-JP" dirty="0"/>
              <a:t>202</a:t>
            </a:r>
            <a:r>
              <a:rPr kumimoji="1" lang="en-US" altLang="ja-JP" dirty="0"/>
              <a:t>6</a:t>
            </a:r>
            <a:r>
              <a:rPr kumimoji="1" lang="en" altLang="ja-JP" dirty="0"/>
              <a:t>.</a:t>
            </a:r>
            <a:r>
              <a:rPr kumimoji="1" lang="ja-JP" altLang="en" dirty="0"/>
              <a:t>（</a:t>
            </a:r>
            <a:r>
              <a:rPr kumimoji="1" lang="ja-JP" altLang="en-US" dirty="0"/>
              <a:t>一社）篠浦塾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4F61603-CD1B-9FB0-1064-0611E0F8860B}"/>
              </a:ext>
            </a:extLst>
          </p:cNvPr>
          <p:cNvSpPr/>
          <p:nvPr/>
        </p:nvSpPr>
        <p:spPr>
          <a:xfrm>
            <a:off x="1600200" y="1075764"/>
            <a:ext cx="3307976" cy="6992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400">
                <a:solidFill>
                  <a:schemeClr val="tx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本人</a:t>
            </a:r>
            <a:endParaRPr kumimoji="1" lang="en-US" altLang="ja-JP" sz="2400" dirty="0">
              <a:solidFill>
                <a:schemeClr val="tx1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6E0B553-9777-DB40-008B-20C52702664F}"/>
              </a:ext>
            </a:extLst>
          </p:cNvPr>
          <p:cNvSpPr/>
          <p:nvPr/>
        </p:nvSpPr>
        <p:spPr>
          <a:xfrm>
            <a:off x="7336576" y="1075763"/>
            <a:ext cx="3307976" cy="6992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>
                <a:solidFill>
                  <a:schemeClr val="tx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観察者</a:t>
            </a:r>
            <a:endParaRPr kumimoji="1" lang="en-US" altLang="ja-JP" sz="2400" dirty="0">
              <a:solidFill>
                <a:schemeClr val="tx1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302" y="1914499"/>
            <a:ext cx="4735772" cy="4438887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508" y="1914498"/>
            <a:ext cx="4735772" cy="4438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769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5769A1C-AA96-1A6F-DFDF-40773CADB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 dirty="0"/>
              <a:t>（</a:t>
            </a:r>
            <a:r>
              <a:rPr kumimoji="1" lang="en" altLang="ja-JP" dirty="0"/>
              <a:t>C</a:t>
            </a:r>
            <a:r>
              <a:rPr kumimoji="1" lang="ja-JP" altLang="en" dirty="0"/>
              <a:t>）</a:t>
            </a:r>
            <a:r>
              <a:rPr kumimoji="1" lang="en" altLang="ja-JP" dirty="0"/>
              <a:t>202</a:t>
            </a:r>
            <a:r>
              <a:rPr kumimoji="1" lang="en-US" altLang="ja-JP" dirty="0"/>
              <a:t>6</a:t>
            </a:r>
            <a:r>
              <a:rPr kumimoji="1" lang="en" altLang="ja-JP" dirty="0"/>
              <a:t>.</a:t>
            </a:r>
            <a:r>
              <a:rPr kumimoji="1" lang="ja-JP" altLang="en" dirty="0"/>
              <a:t>（</a:t>
            </a:r>
            <a:r>
              <a:rPr kumimoji="1" lang="ja-JP" altLang="en-US" dirty="0"/>
              <a:t>一社）篠浦塾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91489"/>
            <a:ext cx="12192000" cy="404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465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ー 2">
            <a:extLst>
              <a:ext uri="{FF2B5EF4-FFF2-40B4-BE49-F238E27FC236}">
                <a16:creationId xmlns:a16="http://schemas.microsoft.com/office/drawing/2014/main" id="{22ED2DCB-A922-4B88-5ED0-8930133CA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</p:spPr>
        <p:txBody>
          <a:bodyPr/>
          <a:lstStyle/>
          <a:p>
            <a:r>
              <a:rPr kumimoji="1" lang="ja-JP" altLang="en" dirty="0"/>
              <a:t>（</a:t>
            </a:r>
            <a:r>
              <a:rPr kumimoji="1" lang="en" altLang="ja-JP" dirty="0"/>
              <a:t>C</a:t>
            </a:r>
            <a:r>
              <a:rPr kumimoji="1" lang="ja-JP" altLang="en" dirty="0"/>
              <a:t>）</a:t>
            </a:r>
            <a:r>
              <a:rPr kumimoji="1" lang="en" altLang="ja-JP" dirty="0"/>
              <a:t>202</a:t>
            </a:r>
            <a:r>
              <a:rPr kumimoji="1" lang="en-US" altLang="ja-JP" dirty="0"/>
              <a:t>6</a:t>
            </a:r>
            <a:r>
              <a:rPr kumimoji="1" lang="en" altLang="ja-JP" dirty="0"/>
              <a:t>.</a:t>
            </a:r>
            <a:r>
              <a:rPr kumimoji="1" lang="ja-JP" altLang="en" dirty="0"/>
              <a:t>（</a:t>
            </a:r>
            <a:r>
              <a:rPr kumimoji="1" lang="ja-JP" altLang="en-US" dirty="0"/>
              <a:t>一社）篠浦塾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055"/>
            <a:ext cx="12192000" cy="396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325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ー 2">
            <a:extLst>
              <a:ext uri="{FF2B5EF4-FFF2-40B4-BE49-F238E27FC236}">
                <a16:creationId xmlns:a16="http://schemas.microsoft.com/office/drawing/2014/main" id="{45B5B6BA-6F9F-D1EA-361C-7B8A20D7A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</p:spPr>
        <p:txBody>
          <a:bodyPr/>
          <a:lstStyle/>
          <a:p>
            <a:r>
              <a:rPr kumimoji="1" lang="ja-JP" altLang="en" dirty="0"/>
              <a:t>（</a:t>
            </a:r>
            <a:r>
              <a:rPr kumimoji="1" lang="en" altLang="ja-JP" dirty="0"/>
              <a:t>C</a:t>
            </a:r>
            <a:r>
              <a:rPr kumimoji="1" lang="ja-JP" altLang="en" dirty="0"/>
              <a:t>）</a:t>
            </a:r>
            <a:r>
              <a:rPr kumimoji="1" lang="en" altLang="ja-JP" dirty="0"/>
              <a:t>202</a:t>
            </a:r>
            <a:r>
              <a:rPr kumimoji="1" lang="en-US" altLang="ja-JP" dirty="0"/>
              <a:t>6</a:t>
            </a:r>
            <a:r>
              <a:rPr kumimoji="1" lang="en" altLang="ja-JP" dirty="0"/>
              <a:t>.</a:t>
            </a:r>
            <a:r>
              <a:rPr kumimoji="1" lang="ja-JP" altLang="en" dirty="0"/>
              <a:t>（</a:t>
            </a:r>
            <a:r>
              <a:rPr kumimoji="1" lang="ja-JP" altLang="en-US" dirty="0"/>
              <a:t>一社）篠浦塾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456"/>
            <a:ext cx="12035118" cy="6482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512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ー 2">
            <a:extLst>
              <a:ext uri="{FF2B5EF4-FFF2-40B4-BE49-F238E27FC236}">
                <a16:creationId xmlns:a16="http://schemas.microsoft.com/office/drawing/2014/main" id="{E402916A-9BDE-5A2F-A8A6-56B0C5FF6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</p:spPr>
        <p:txBody>
          <a:bodyPr/>
          <a:lstStyle/>
          <a:p>
            <a:r>
              <a:rPr kumimoji="1" lang="ja-JP" altLang="en" dirty="0"/>
              <a:t>（</a:t>
            </a:r>
            <a:r>
              <a:rPr kumimoji="1" lang="en" altLang="ja-JP" dirty="0"/>
              <a:t>C</a:t>
            </a:r>
            <a:r>
              <a:rPr kumimoji="1" lang="ja-JP" altLang="en" dirty="0"/>
              <a:t>）</a:t>
            </a:r>
            <a:r>
              <a:rPr kumimoji="1" lang="en" altLang="ja-JP" dirty="0"/>
              <a:t>202</a:t>
            </a:r>
            <a:r>
              <a:rPr kumimoji="1" lang="en-US" altLang="ja-JP" dirty="0"/>
              <a:t>6</a:t>
            </a:r>
            <a:r>
              <a:rPr kumimoji="1" lang="en" altLang="ja-JP" dirty="0"/>
              <a:t>.</a:t>
            </a:r>
            <a:r>
              <a:rPr kumimoji="1" lang="ja-JP" altLang="en" dirty="0"/>
              <a:t>（</a:t>
            </a:r>
            <a:r>
              <a:rPr kumimoji="1" lang="ja-JP" altLang="en-US" dirty="0"/>
              <a:t>一社）篠浦塾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396"/>
            <a:ext cx="12192000" cy="6482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867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ー 2">
            <a:extLst>
              <a:ext uri="{FF2B5EF4-FFF2-40B4-BE49-F238E27FC236}">
                <a16:creationId xmlns:a16="http://schemas.microsoft.com/office/drawing/2014/main" id="{9C75B07D-E11D-4534-B8B3-855D12EB4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</p:spPr>
        <p:txBody>
          <a:bodyPr/>
          <a:lstStyle/>
          <a:p>
            <a:r>
              <a:rPr kumimoji="1" lang="ja-JP" altLang="en" dirty="0"/>
              <a:t>（</a:t>
            </a:r>
            <a:r>
              <a:rPr kumimoji="1" lang="en" altLang="ja-JP" dirty="0"/>
              <a:t>C</a:t>
            </a:r>
            <a:r>
              <a:rPr kumimoji="1" lang="ja-JP" altLang="en" dirty="0"/>
              <a:t>）</a:t>
            </a:r>
            <a:r>
              <a:rPr kumimoji="1" lang="en" altLang="ja-JP" dirty="0"/>
              <a:t>202</a:t>
            </a:r>
            <a:r>
              <a:rPr kumimoji="1" lang="en-US" altLang="ja-JP" dirty="0"/>
              <a:t>6</a:t>
            </a:r>
            <a:r>
              <a:rPr kumimoji="1" lang="en" altLang="ja-JP" dirty="0"/>
              <a:t>.</a:t>
            </a:r>
            <a:r>
              <a:rPr kumimoji="1" lang="ja-JP" altLang="en" dirty="0"/>
              <a:t>（</a:t>
            </a:r>
            <a:r>
              <a:rPr kumimoji="1" lang="ja-JP" altLang="en-US" dirty="0"/>
              <a:t>一社）篠浦塾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553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142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E9520-F033-753F-85DE-C6B9902B3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2">
            <a:extLst>
              <a:ext uri="{FF2B5EF4-FFF2-40B4-BE49-F238E27FC236}">
                <a16:creationId xmlns:a16="http://schemas.microsoft.com/office/drawing/2014/main" id="{0EA81EA6-C4C2-88CC-C47E-BC3841C98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</p:spPr>
        <p:txBody>
          <a:bodyPr/>
          <a:lstStyle/>
          <a:p>
            <a:r>
              <a:rPr kumimoji="1" lang="ja-JP" altLang="en" dirty="0"/>
              <a:t>（</a:t>
            </a:r>
            <a:r>
              <a:rPr kumimoji="1" lang="en" altLang="ja-JP" dirty="0"/>
              <a:t>C</a:t>
            </a:r>
            <a:r>
              <a:rPr kumimoji="1" lang="ja-JP" altLang="en" dirty="0"/>
              <a:t>）</a:t>
            </a:r>
            <a:r>
              <a:rPr kumimoji="1" lang="en" altLang="ja-JP" dirty="0"/>
              <a:t>202</a:t>
            </a:r>
            <a:r>
              <a:rPr kumimoji="1" lang="en-US" altLang="ja-JP" dirty="0"/>
              <a:t>6</a:t>
            </a:r>
            <a:r>
              <a:rPr kumimoji="1" lang="en" altLang="ja-JP" dirty="0"/>
              <a:t>.</a:t>
            </a:r>
            <a:r>
              <a:rPr kumimoji="1" lang="ja-JP" altLang="en" dirty="0"/>
              <a:t>（</a:t>
            </a:r>
            <a:r>
              <a:rPr kumimoji="1" lang="ja-JP" altLang="en-US" dirty="0"/>
              <a:t>一社）篠浦塾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2" y="1613304"/>
            <a:ext cx="12106975" cy="3360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779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F961601-7973-9049-BCC3-B7C1406FD1E7}"/>
              </a:ext>
            </a:extLst>
          </p:cNvPr>
          <p:cNvSpPr/>
          <p:nvPr/>
        </p:nvSpPr>
        <p:spPr>
          <a:xfrm>
            <a:off x="416689" y="908051"/>
            <a:ext cx="5622161" cy="50482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ja-JP" altLang="en-US" sz="2400">
                <a:solidFill>
                  <a:schemeClr val="tx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脳のタイプ</a:t>
            </a:r>
            <a:endParaRPr lang="ja-JP" altLang="en-US" sz="2400" dirty="0">
              <a:solidFill>
                <a:schemeClr val="tx1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09C34D5-4C72-5D41-8CD9-BA476AA0A7F6}"/>
              </a:ext>
            </a:extLst>
          </p:cNvPr>
          <p:cNvSpPr/>
          <p:nvPr/>
        </p:nvSpPr>
        <p:spPr>
          <a:xfrm>
            <a:off x="416689" y="1353345"/>
            <a:ext cx="5622161" cy="250507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 wrap="square"/>
          <a:lstStyle/>
          <a:p>
            <a:pPr>
              <a:defRPr sz="900"/>
            </a:pPr>
            <a:r>
              <a:t>【本人】</a:t>
            </a:r>
            <a:endParaRPr lang="en-US" altLang="ja-JP" sz="20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pPr>
              <a:defRPr sz="900"/>
            </a:pPr>
            <a:r>
              <a:t>４の数ランキング: 右3(14) ＞ 左2(7) ＞ 右2(5) ＝ 左3(5)</a:t>
            </a:r>
          </a:p>
          <a:p>
            <a:pPr>
              <a:defRPr sz="900"/>
            </a:pPr>
            <a:r>
              <a:t>４＋３の数: 右3(17) ＞ 左3(14) ＞ 右2(11) ＞ 左2(10)</a:t>
            </a:r>
          </a:p>
          <a:p>
            <a:pPr>
              <a:defRPr sz="900"/>
            </a:pPr>
            <a:r>
              <a:t>脳タイプ: 右脳３次元優位スタイル</a:t>
            </a:r>
          </a:p>
          <a:p>
            <a:pPr>
              <a:defRPr sz="900"/>
            </a:pPr>
          </a:p>
          <a:p>
            <a:pPr>
              <a:defRPr sz="900"/>
            </a:pPr>
            <a:r>
              <a:t>【観察者】</a:t>
            </a:r>
          </a:p>
          <a:p>
            <a:pPr>
              <a:defRPr sz="900"/>
            </a:pPr>
            <a:r>
              <a:t>４の数ランキング: 右3(10) ＞ 左3(7) ＞ 左2(6) ＞ 右2(2)</a:t>
            </a:r>
          </a:p>
          <a:p>
            <a:pPr>
              <a:defRPr sz="900"/>
            </a:pPr>
            <a:r>
              <a:t>４＋３の数: 右3(18) ＞ 左3(15) ＞ 左2(9) ＞ 右2(4)</a:t>
            </a:r>
          </a:p>
          <a:p>
            <a:pPr>
              <a:defRPr sz="900"/>
            </a:pPr>
            <a:r>
              <a:t>脳タイプ: 左脳・右脳３次元優位スタイル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BC7DE35-2DDF-2C4B-A06A-3AC3AB3C4C66}"/>
              </a:ext>
            </a:extLst>
          </p:cNvPr>
          <p:cNvSpPr/>
          <p:nvPr/>
        </p:nvSpPr>
        <p:spPr>
          <a:xfrm>
            <a:off x="411928" y="4032251"/>
            <a:ext cx="5622162" cy="50482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ja-JP" altLang="en-US" sz="2400">
                <a:solidFill>
                  <a:schemeClr val="tx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脳活用度</a:t>
            </a:r>
            <a:endParaRPr lang="ja-JP" altLang="en-US" sz="2400" dirty="0">
              <a:solidFill>
                <a:schemeClr val="tx1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818D0032-577B-E141-A491-8494DE35180E}"/>
              </a:ext>
            </a:extLst>
          </p:cNvPr>
          <p:cNvSpPr/>
          <p:nvPr/>
        </p:nvSpPr>
        <p:spPr>
          <a:xfrm>
            <a:off x="411928" y="4546601"/>
            <a:ext cx="5622162" cy="50482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 wrap="square"/>
          <a:lstStyle/>
          <a:p>
            <a:pPr eaLnBrk="1" hangingPunct="1">
              <a:defRPr sz="900"/>
            </a:pPr>
            <a:r>
              <a:t>本人: 75点（やや高い）</a:t>
            </a:r>
            <a:endParaRPr lang="en-US" altLang="ja-JP" dirty="0">
              <a:solidFill>
                <a:schemeClr val="tx1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pPr>
              <a:defRPr sz="900"/>
            </a:pPr>
            <a:r>
              <a:t>観察者: 65点（やや高い）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68CE70B6-2322-9B48-8322-53ADB61535B5}"/>
              </a:ext>
            </a:extLst>
          </p:cNvPr>
          <p:cNvSpPr/>
          <p:nvPr/>
        </p:nvSpPr>
        <p:spPr>
          <a:xfrm>
            <a:off x="411928" y="5156201"/>
            <a:ext cx="5622162" cy="50482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ja-JP" altLang="en-US" sz="2400">
                <a:solidFill>
                  <a:schemeClr val="tx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能動脳と受動脳</a:t>
            </a:r>
            <a:endParaRPr lang="ja-JP" altLang="en-US" sz="2400" dirty="0">
              <a:solidFill>
                <a:schemeClr val="tx1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A1ACA507-3CEC-B04C-8914-26613ABAD559}"/>
              </a:ext>
            </a:extLst>
          </p:cNvPr>
          <p:cNvSpPr/>
          <p:nvPr/>
        </p:nvSpPr>
        <p:spPr>
          <a:xfrm>
            <a:off x="411929" y="5661025"/>
            <a:ext cx="5622161" cy="71278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 wrap="square"/>
          <a:lstStyle/>
          <a:p>
            <a:pPr eaLnBrk="1" hangingPunct="1">
              <a:defRPr sz="900"/>
            </a:pPr>
            <a:r>
              <a:t>受動脳  本人: 83（高い） ／ 観察者: 73（やや高い）</a:t>
            </a:r>
            <a:endParaRPr lang="en-US" altLang="ja-JP" dirty="0">
              <a:solidFill>
                <a:schemeClr val="tx1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pPr>
              <a:defRPr sz="900"/>
            </a:pPr>
            <a:r>
              <a:t>能動脳  本人: 52（平均） ／ 観察者: 52（平均）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25CCED35-894B-4347-96BE-D7938E958C38}"/>
              </a:ext>
            </a:extLst>
          </p:cNvPr>
          <p:cNvSpPr/>
          <p:nvPr/>
        </p:nvSpPr>
        <p:spPr>
          <a:xfrm>
            <a:off x="6183314" y="908051"/>
            <a:ext cx="5711400" cy="50482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ja-JP" altLang="en-US" sz="2400">
                <a:solidFill>
                  <a:schemeClr val="tx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人間脳と動物脳</a:t>
            </a:r>
            <a:endParaRPr lang="ja-JP" altLang="en-US" sz="2400" dirty="0">
              <a:solidFill>
                <a:schemeClr val="tx1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5BF59DD6-61A9-F140-899C-666337DEEA10}"/>
              </a:ext>
            </a:extLst>
          </p:cNvPr>
          <p:cNvSpPr/>
          <p:nvPr/>
        </p:nvSpPr>
        <p:spPr>
          <a:xfrm>
            <a:off x="6183314" y="1514906"/>
            <a:ext cx="5711400" cy="80645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 wrap="square"/>
          <a:lstStyle/>
          <a:p>
            <a:pPr eaLnBrk="1" hangingPunct="1">
              <a:defRPr sz="900"/>
            </a:pPr>
            <a:r>
              <a:t>動物脳コントロール力</a:t>
            </a:r>
            <a:endParaRPr lang="en-US" altLang="ja-JP" sz="1600" dirty="0">
              <a:solidFill>
                <a:schemeClr val="tx1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pPr>
              <a:defRPr sz="900"/>
            </a:pPr>
            <a:r>
              <a:t>  本人: 84（高い） ／ 観察者: 79（高い）</a:t>
            </a:r>
          </a:p>
          <a:p>
            <a:pPr>
              <a:defRPr sz="900"/>
            </a:pPr>
            <a:r>
              <a:t>動物脳活性度（最適値42）</a:t>
            </a:r>
          </a:p>
          <a:p>
            <a:pPr>
              <a:defRPr sz="900"/>
            </a:pPr>
            <a:r>
              <a:t>  本人: 61（高い） ／ 観察者: 55（やや高い）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C21A2D87-8581-1847-B1E3-390BDAA8F87F}"/>
              </a:ext>
            </a:extLst>
          </p:cNvPr>
          <p:cNvSpPr/>
          <p:nvPr/>
        </p:nvSpPr>
        <p:spPr>
          <a:xfrm>
            <a:off x="6183314" y="2312989"/>
            <a:ext cx="5711400" cy="50482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ja-JP" altLang="en-US" sz="2400">
                <a:solidFill>
                  <a:schemeClr val="tx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ストレスとストレス耐性</a:t>
            </a:r>
            <a:endParaRPr lang="ja-JP" altLang="en-US" sz="2400" dirty="0">
              <a:solidFill>
                <a:schemeClr val="tx1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2952FFE5-0BAF-D74E-B6C8-C69297135BC7}"/>
              </a:ext>
            </a:extLst>
          </p:cNvPr>
          <p:cNvSpPr/>
          <p:nvPr/>
        </p:nvSpPr>
        <p:spPr>
          <a:xfrm>
            <a:off x="6183314" y="2817813"/>
            <a:ext cx="5711400" cy="56991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 wrap="square"/>
          <a:lstStyle/>
          <a:p>
            <a:pPr eaLnBrk="1" hangingPunct="1">
              <a:defRPr sz="900"/>
            </a:pPr>
            <a:r>
              <a:t>ストレス度  本人: 26（やや低い） ／ 観察者: 28（やや低い）</a:t>
            </a:r>
            <a:endParaRPr lang="en-US" altLang="ja-JP" sz="1600" dirty="0">
              <a:solidFill>
                <a:schemeClr val="tx1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pPr>
              <a:defRPr sz="900"/>
            </a:pPr>
            <a:r>
              <a:t>ストレス耐性  本人: 64（高い） ／ 観察者: 75（かなり高い）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F044756A-1108-AF4F-A499-8456F52FA6A5}"/>
              </a:ext>
            </a:extLst>
          </p:cNvPr>
          <p:cNvSpPr/>
          <p:nvPr/>
        </p:nvSpPr>
        <p:spPr>
          <a:xfrm>
            <a:off x="6183314" y="3448051"/>
            <a:ext cx="5711400" cy="50482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ja-JP" altLang="en-US" sz="2400" dirty="0">
                <a:solidFill>
                  <a:schemeClr val="tx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アドバイス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65FBA615-78A5-3F4D-8D32-893801C60177}"/>
              </a:ext>
            </a:extLst>
          </p:cNvPr>
          <p:cNvSpPr/>
          <p:nvPr/>
        </p:nvSpPr>
        <p:spPr>
          <a:xfrm>
            <a:off x="6183314" y="3952875"/>
            <a:ext cx="5711400" cy="242093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 wrap="square"/>
          <a:lstStyle/>
          <a:p>
            <a:pPr>
              <a:defRPr sz="900"/>
            </a:pPr>
            <a:r>
              <a:t>右脳３次元優位スタイル。直感・感性・大局観が強みで行動力も高い。</a:t>
            </a:r>
            <a:endParaRPr lang="ja-JP" altLang="ja-JP" sz="1400" kern="100" dirty="0">
              <a:effectLst/>
              <a:latin typeface="Century" panose="020406040505050203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  <a:p>
            <a:pPr>
              <a:defRPr sz="900"/>
            </a:pPr>
            <a:r>
              <a:t>受動脳83（高）と能動脳52（平均）のギャップが、情報収集は得意だが</a:t>
            </a:r>
          </a:p>
          <a:p>
            <a:pPr>
              <a:defRPr sz="900"/>
            </a:pPr>
            <a:r>
              <a:t>判断・調整面の課題につながっている可能性がある。</a:t>
            </a:r>
          </a:p>
          <a:p>
            <a:pPr>
              <a:defRPr sz="900"/>
            </a:pPr>
            <a:r>
              <a:t>動物脳活性度61（高）により強いこだわりや固執が生まれやすい。</a:t>
            </a:r>
          </a:p>
          <a:p>
            <a:pPr>
              <a:defRPr sz="900"/>
            </a:pPr>
            <a:r>
              <a:t>コントロール力84（高）を活かして感情の浄化・昇華を意識的に行うこと。</a:t>
            </a:r>
          </a:p>
          <a:p>
            <a:pPr>
              <a:defRPr sz="900"/>
            </a:pPr>
            <a:r>
              <a:t>自分の強みをさらに伸ばしながら、部下・周囲との関係改善のために</a:t>
            </a:r>
          </a:p>
          <a:p>
            <a:pPr>
              <a:defRPr sz="900"/>
            </a:pPr>
            <a:r>
              <a:t>「受け入れる姿勢」と「手放す練習」を取り入れると良い。</a:t>
            </a:r>
          </a:p>
          <a:p>
            <a:pPr>
              <a:defRPr sz="900"/>
            </a:pPr>
            <a:r>
              <a:t>IQ132の知性を社会貢献方向へ向けることが最大の開花となる。</a:t>
            </a: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93E5023E-AD1D-8E80-CF53-9BE47CDBBB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2329" y="74678"/>
            <a:ext cx="1630362" cy="5397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ja-JP" altLang="en-US"/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720C0DF1-7168-3B5F-F452-D3DE28A65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2691" y="74678"/>
            <a:ext cx="863600" cy="5397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 sz="1200" b="1">
                <a:solidFill>
                  <a:srgbClr val="FFFFFF"/>
                </a:solidFill>
              </a:defRPr>
            </a:pPr>
            <a:r>
              <a:t>Ａ様　まとめ</a:t>
            </a:r>
            <a:endParaRPr lang="ja-JP" altLang="en-US"/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5FA7E9A8-5EB1-B931-B7BF-18B1BC6C11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6291" y="74678"/>
            <a:ext cx="1079500" cy="5397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ja-JP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C58AC7-9511-4511-A911-4923CB9E1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5792" y="75043"/>
            <a:ext cx="6753879" cy="5397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None/>
            </a:pPr>
            <a:endParaRPr lang="ja-JP" altLang="en-US" sz="1800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A7145C0-7932-4459-404A-30B81E03D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</p:spPr>
        <p:txBody>
          <a:bodyPr/>
          <a:lstStyle/>
          <a:p>
            <a:r>
              <a:rPr kumimoji="1" lang="ja-JP" altLang="en" dirty="0"/>
              <a:t>（</a:t>
            </a:r>
            <a:r>
              <a:rPr kumimoji="1" lang="en" altLang="ja-JP" dirty="0"/>
              <a:t>C</a:t>
            </a:r>
            <a:r>
              <a:rPr kumimoji="1" lang="ja-JP" altLang="en" dirty="0"/>
              <a:t>）</a:t>
            </a:r>
            <a:r>
              <a:rPr kumimoji="1" lang="en" altLang="ja-JP" dirty="0"/>
              <a:t>202</a:t>
            </a:r>
            <a:r>
              <a:rPr kumimoji="1" lang="en-US" altLang="ja-JP" dirty="0"/>
              <a:t>6</a:t>
            </a:r>
            <a:r>
              <a:rPr kumimoji="1" lang="en" altLang="ja-JP" dirty="0"/>
              <a:t>.</a:t>
            </a:r>
            <a:r>
              <a:rPr kumimoji="1" lang="ja-JP" altLang="en" dirty="0"/>
              <a:t>（</a:t>
            </a:r>
            <a:r>
              <a:rPr kumimoji="1" lang="ja-JP" altLang="en-US" dirty="0"/>
              <a:t>一社）篠浦塾</a:t>
            </a:r>
          </a:p>
        </p:txBody>
      </p:sp>
    </p:spTree>
    <p:extLst>
      <p:ext uri="{BB962C8B-B14F-4D97-AF65-F5344CB8AC3E}">
        <p14:creationId xmlns:p14="http://schemas.microsoft.com/office/powerpoint/2010/main" val="3131754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デザインの設定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デザインの設定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デザインの設定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デザインの設定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デザインの設定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デザインの設定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1800</TotalTime>
  <Words>167</Words>
  <Application>Microsoft Office PowerPoint</Application>
  <PresentationFormat>ワイド画面</PresentationFormat>
  <Paragraphs>29</Paragraphs>
  <Slides>9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7</vt:i4>
      </vt:variant>
      <vt:variant>
        <vt:lpstr>スライド タイトル</vt:lpstr>
      </vt:variant>
      <vt:variant>
        <vt:i4>9</vt:i4>
      </vt:variant>
    </vt:vector>
  </HeadingPairs>
  <TitlesOfParts>
    <vt:vector size="21" baseType="lpstr">
      <vt:lpstr>MS PGothic</vt:lpstr>
      <vt:lpstr>游ゴシック</vt:lpstr>
      <vt:lpstr>游ゴシック Light</vt:lpstr>
      <vt:lpstr>Arial</vt:lpstr>
      <vt:lpstr>Century</vt:lpstr>
      <vt:lpstr>Office テーマ</vt:lpstr>
      <vt:lpstr>1_デザインの設定</vt:lpstr>
      <vt:lpstr>2_デザインの設定</vt:lpstr>
      <vt:lpstr>3_デザインの設定</vt:lpstr>
      <vt:lpstr>4_デザインの設定</vt:lpstr>
      <vt:lpstr>5_デザインの設定</vt:lpstr>
      <vt:lpstr>デザインの設定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AKIHIKO KATO</dc:creator>
  <cp:lastModifiedBy>可奈 大坪</cp:lastModifiedBy>
  <cp:revision>253</cp:revision>
  <dcterms:created xsi:type="dcterms:W3CDTF">2022-03-26T23:43:07Z</dcterms:created>
  <dcterms:modified xsi:type="dcterms:W3CDTF">2026-06-29T06:30:06Z</dcterms:modified>
</cp:coreProperties>
</file>