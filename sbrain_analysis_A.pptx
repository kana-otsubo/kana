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  <p:sldMasterId id="2147483673" r:id="rId2"/>
    <p:sldMasterId id="2147483685" r:id="rId3"/>
    <p:sldMasterId id="2147483697" r:id="rId4"/>
    <p:sldMasterId id="2147483709" r:id="rId5"/>
    <p:sldMasterId id="2147483721" r:id="rId6"/>
    <p:sldMasterId id="2147483661" r:id="rId7"/>
  </p:sldMasterIdLst>
  <p:notesMasterIdLst>
    <p:notesMasterId r:id="rId17"/>
  </p:notesMasterIdLst>
  <p:sldIdLst>
    <p:sldId id="2327" r:id="rId8"/>
    <p:sldId id="2328" r:id="rId9"/>
    <p:sldId id="2329" r:id="rId10"/>
    <p:sldId id="2330" r:id="rId11"/>
    <p:sldId id="2331" r:id="rId12"/>
    <p:sldId id="2332" r:id="rId13"/>
    <p:sldId id="2333" r:id="rId14"/>
    <p:sldId id="2336" r:id="rId15"/>
    <p:sldId id="2335" r:id="rId16"/>
    <p:sldId id="2337" r:id="rId22"/>
    <p:sldId id="2338" r:id="rId23"/>
    <p:sldId id="2339" r:id="rId24"/>
    <p:sldId id="2340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6969"/>
    <p:restoredTop sz="95807"/>
  </p:normalViewPr>
  <p:slideViewPr>
    <p:cSldViewPr snapToGrid="0" snapToObjects="1">
      <p:cViewPr varScale="1">
        <p:scale>
          <a:sx n="62" d="100"/>
          <a:sy n="62" d="100"/>
        </p:scale>
        <p:origin x="200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396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77540-3142-994F-80D2-C279C33CCEB5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D4C93-FD2E-984D-84AD-1A252CC731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141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4C93-FD2E-984D-84AD-1A252CC731A2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66747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8BAA91-0D6E-A041-A5E9-89BD9278EA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ECA7BC4-270F-F14E-A5BA-8E35D01EC7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35E518-8AA7-8946-B998-E42E748B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CF28-A087-7542-8079-21182E9D6CE5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B9673C-E445-5049-BE50-EA345B6F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C72041-BC3E-B348-AB3A-EABECA5E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344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139DC2-FB0C-3B48-A5A6-BDE85738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DA121D-20BF-D44B-8F60-EFD0B731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091074-FD0C-634C-B04D-9E36E1F6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9639-F332-E74F-8E6E-1923DE78EC73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D58304-1373-C941-A63E-39A89B8C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BEE5F-0469-FC4B-B91D-9DE620F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11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13DC0-931F-2A43-ADE2-BE3969C9F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76A8EF2-C165-644C-94ED-7C8107F3D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45A40-2F45-4B44-9C78-56FA4B27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88579-BD3C-A449-96A9-0719A1BAF5F2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5290EA-875A-6B47-96A6-F68C669B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5F086D-F545-C641-936A-A548297E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49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835DC-BEC2-1147-9404-64086C6F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854FF7-5750-7F41-A769-5AD1A704A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A84BD6-B3D3-274E-8AB2-6ECBCE614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DDDF9E-B5F5-DF4D-8877-142D37B9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0FF43-28A9-7545-95E4-1EC6E051ACD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8493F8-BB57-CE40-9A13-CA90D3A7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F8DD16-4B4C-734D-B53F-64E7AC10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14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9607D-2D6C-424F-B97D-2A209EB09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DFD540-0884-0B49-9673-6E8C0F2D5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4CFDE8-E21A-8841-ABFB-533C84402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3F0BEA-9A04-B147-B28B-8F644F05D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5D5FF50-D120-E64F-8BB6-EB0CAEB53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0D0CFE-6842-184B-B8B2-C9222A55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D2399-FA12-144D-AEF6-86F5C8DD3393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2CDF3A-1377-1845-B19E-EC1C403A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D904F9-7C5D-8F43-8908-7A0FCCE6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20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980A06-9CBC-EF48-92CB-67C7DAD0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481641F-AB7E-3446-B052-E090B282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297EB-ECDE-F94A-92EC-1BA1797F54E6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A891D3E-EE04-9C48-9D70-09AC889B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90412B-DF28-814D-A7C3-B4937BE6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79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420B14-02F0-6848-8D7E-92DEDA06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7943-39BD-5348-AA23-8E58EA78CB50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2907C7-EC35-E94B-A365-35AD29BB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F29F4F-87F8-334D-98F8-4C094874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1514" y="6492874"/>
            <a:ext cx="2743200" cy="365125"/>
          </a:xfrm>
        </p:spPr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84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420B14-02F0-6848-8D7E-92DEDA06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8B85-2341-3B4E-83E0-9F064B8B8407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2907C7-EC35-E94B-A365-35AD29BB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F29F4F-87F8-334D-98F8-4C094874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7806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6B47C0-C330-AC45-A603-3318B2F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FA5CFE-0E2F-E949-AC0A-28620C40F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0FF0B3-DE51-2640-90FB-BAEF60412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8C7362-172C-7743-9356-2CEC56A97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CDBE6-FB6B-064D-BFD4-D5DB83D28FD5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A1A582-FA21-FA47-B909-8F625B2F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CC4066-1329-BE4C-955A-9E5A23A1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51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7FE58D-44CF-274F-B6C4-1C95DC67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18E5973-3259-5642-8B9A-ACA36A8B6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122AB3-A4BE-8F4C-B71D-96CA70A7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89AD0E-5C4D-F04A-AC1C-B5438F390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B3EC3-4A51-0C4E-A328-FE2F82CE1D1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A1C5B7-3B67-7844-9595-F917D25E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0437A7-0EE7-734C-AA41-1914088B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46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D4BB3E-CE23-D440-9021-C39C03F7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03D921-8B96-224F-9D29-79BF61A36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AB8666-8BBD-1F4B-B658-37F0C1B9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91E19-7578-904B-8488-28EEC17D99A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6C6F89-9660-1245-B0A8-D89BAF5E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D6E537-6BA6-584D-B772-27410C10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414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B20F397-50F2-DD42-9CD4-3BA83A40F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D0A853-7DBA-F244-A904-3D59D34D2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2D119A-C2CD-5A42-82D3-B48AD690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E18C-DFC2-F344-B5DF-D40AAA1FFF5C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09D046-68AF-0947-AF3A-7538261B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AAAC01-3E5A-3844-81CD-5D1913BE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0CB2D-CA46-6C49-BA2E-1DD9F5CEC8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569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6A728-681F-AA40-BC49-35DFDF71E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3C086F-E4C1-0E47-9AD4-369A6A94E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B2106C-866F-0744-AC70-8DF1C503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DC112-BCCA-A149-9DF4-769381F4D7F1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D5C925-A386-5549-9575-3005B84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1DA6FB-DC0B-5941-B843-32D48E68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6977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B9E76-57A0-464C-908F-84B8CFE5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2327B3-BCAF-7546-A811-44F3E51F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48D42-A2FE-0D48-A42C-B8B66BED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4CA52-36BD-3D44-9E61-AB60889D3719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D023D0-63E0-E14D-B3AE-E7F77D92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3037D-1F03-424F-ABBA-DE184305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836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08045-9E2C-BB4F-8798-04CEE7F1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C41D8-38D8-CA4C-8EAE-11EE292B7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3E0F0-00DD-D74B-B475-A2BC6B7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10F1E-6AEA-0049-B775-B7EE5A0EEAE9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4B05C1-5EEA-FD4E-A573-17B26B34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A99620-6419-9A45-98C8-78E3FF9F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385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8CEEE-2210-AB47-A102-7257A724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A322-C721-7141-920E-1ACDC8971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DCDA6-A4F1-4242-AD4B-2E909CADC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022CBC-9AB5-F441-A0CB-DCBBDAA9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ADA6E-CDDE-5C44-96D6-31144799F2AD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5BB3-3EB6-2D47-AE4E-163AA69E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065342-5366-1848-9CA2-5B42D4BE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6635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8CF6A-A8DC-9C4A-9940-F0B47975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714667-D902-7C40-865B-4F6515E7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F37ED8-2696-D149-A43F-A8BE0A5C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6C5DD7-E4FF-7348-96B2-A7FE7F708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274823-BB59-0048-9649-F0A9F6692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1FAD8B-1297-BF4C-8FD7-5D1ADFDA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04F60-5FE1-E145-90FD-3ACD5BEB4653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F0AE9F-5CED-1844-B143-758215FB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B07467-DC2A-8A43-95AF-F97D8EE6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6049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17D0D-A12A-3B4E-B3D3-0FCB98C2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AE5580-75A7-7C42-8EB2-A473F901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383B1-A0CA-0F4E-B6B8-C5763F8EAD14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890BB1-6D06-4643-A1F7-03AAA951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FDC2BF-61A3-1C42-9EF7-D6932017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689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43AA29-9D5F-3441-9FAD-60B944B6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D79F-BD10-8644-B8F9-E5ACBF401DB4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1079C35-4A30-6948-9757-7F266DA6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6F6003-1DBA-E543-99A3-D59F69A9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3440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3BD80-6ABD-8C4A-BBE0-8D149D10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B8277-7698-864B-B26C-4040F074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210F3-29F2-FF4C-A1A3-3B2C33B0C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EA180A-88F5-1248-8989-BA851C00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E7C09-E908-FF49-94C5-DC7B0827F553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BC8282-C228-1A43-BDA1-6C389528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5C9B98-836E-5247-AFD5-6DB5EF08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935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7130D-1DE7-2748-B465-88E737F4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2D9C7D-5B82-BB4A-9652-E5AEC2AFE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6D102-54EF-0B4E-B603-EE25F6127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16C3EC-F4DF-9D47-A9A8-39284E86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5EF29-A123-5A44-AA9A-EEAACF174B58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1241F9-0A34-C441-9596-B32F13D1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2ACB77-BF0A-D841-93B8-6A1A5D7F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761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B7253-6084-F24D-8BBA-F2412BCE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632820-D6A8-A542-8379-F4EE920C6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C4D7E-2F0D-C24D-B1BD-E4D317AC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78470-F06F-894D-860F-680EAA18BD75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A372C6-A00C-BD4E-906F-564053EA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5DD45-B9F1-EE47-8E91-1948426B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764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6107AB-4828-5B44-A0EE-5784C7A07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A3346F-422A-9043-9AD4-74AFCF5F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531ABA-7761-8F41-B996-C42AAD9D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1DE09-6D9B-414D-9FCC-C36694B00634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1EB378-B207-0B45-9786-955C2BE2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1DEBB-E20D-014E-945C-C10CB590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8656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16A728-681F-AA40-BC49-35DFDF71E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3C086F-E4C1-0E47-9AD4-369A6A94E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B2106C-866F-0744-AC70-8DF1C503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39789-7F2A-A347-A2FC-57C1B05C256D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D5C925-A386-5549-9575-3005B84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1DA6FB-DC0B-5941-B843-32D48E68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7573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B9E76-57A0-464C-908F-84B8CFE5E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2327B3-BCAF-7546-A811-44F3E51F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48D42-A2FE-0D48-A42C-B8B66BED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E19F-CD44-EC4E-9B9D-02C8F4EDC425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D023D0-63E0-E14D-B3AE-E7F77D92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13037D-1F03-424F-ABBA-DE184305D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1492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08045-9E2C-BB4F-8798-04CEE7F1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C41D8-38D8-CA4C-8EAE-11EE292B7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93E0F0-00DD-D74B-B475-A2BC6B7C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C7DB-BC67-264B-9554-13099AD59522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4B05C1-5EEA-FD4E-A573-17B26B34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A99620-6419-9A45-98C8-78E3FF9F7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4866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48CEEE-2210-AB47-A102-7257A724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A322-C721-7141-920E-1ACDC8971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CDCDA6-A4F1-4242-AD4B-2E909CADC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022CBC-9AB5-F441-A0CB-DCBBDAA9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D525-EC03-C041-9426-DCC66283CD5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235BB3-3EB6-2D47-AE4E-163AA69E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065342-5366-1848-9CA2-5B42D4BE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0387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8CF6A-A8DC-9C4A-9940-F0B47975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714667-D902-7C40-865B-4F6515E7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F37ED8-2696-D149-A43F-A8BE0A5C9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6C5DD7-E4FF-7348-96B2-A7FE7F708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9274823-BB59-0048-9649-F0A9F6692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1FAD8B-1297-BF4C-8FD7-5D1ADFDA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CE7C6-8F4E-F54C-87B1-9EE0446692A7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F0AE9F-5CED-1844-B143-758215FB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B07467-DC2A-8A43-95AF-F97D8EE6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591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E17D0D-A12A-3B4E-B3D3-0FCB98C2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EAE5580-75A7-7C42-8EB2-A473F901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734BA-4043-9147-B6C8-9241CF44A870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4890BB1-6D06-4643-A1F7-03AAA951F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FDC2BF-61A3-1C42-9EF7-D6932017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566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C43AA29-9D5F-3441-9FAD-60B944B6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553-EA81-C84E-9F37-CBE57C2BAD79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1079C35-4A30-6948-9757-7F266DA6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6F6003-1DBA-E543-99A3-D59F69A9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2830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3BD80-6ABD-8C4A-BBE0-8D149D10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B8277-7698-864B-B26C-4040F074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E210F3-29F2-FF4C-A1A3-3B2C33B0C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EA180A-88F5-1248-8989-BA851C009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F0EDD-5F84-E640-8CBB-2433D129B51C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BC8282-C228-1A43-BDA1-6C389528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5C9B98-836E-5247-AFD5-6DB5EF08A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474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07130D-1DE7-2748-B465-88E737F4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2D9C7D-5B82-BB4A-9652-E5AEC2AFE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D6D102-54EF-0B4E-B603-EE25F6127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16C3EC-F4DF-9D47-A9A8-39284E86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CD45A-D05E-F54F-87DE-F105C6C8DF14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1241F9-0A34-C441-9596-B32F13D1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2ACB77-BF0A-D841-93B8-6A1A5D7F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18696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B7253-6084-F24D-8BBA-F2412BCE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632820-D6A8-A542-8379-F4EE920C6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C4D7E-2F0D-C24D-B1BD-E4D317AC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9EB1C-D68C-A043-B385-02C6C17C207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A372C6-A00C-BD4E-906F-564053EA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5DD45-B9F1-EE47-8E91-1948426B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2989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6107AB-4828-5B44-A0EE-5784C7A07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A3346F-422A-9043-9AD4-74AFCF5F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531ABA-7761-8F41-B996-C42AAD9D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A711A-1366-0D41-B53C-092CFA239C90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1EB378-B207-0B45-9786-955C2BE2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F1DEBB-E20D-014E-945C-C10CB590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9743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9DFAB-A29D-614A-ACD1-E7BD0349B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6BA9942-7047-5F4A-8DD1-05838B510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084000-930C-B441-B25C-4EA7AD327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E0AA-B6A3-1A4E-B1D0-7CFF35EF356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BEF54-5F83-2B42-B261-9779B11F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17898C-7622-0944-98C4-74351206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600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4C407-EFB4-284D-B13C-9066C61E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E99281-734F-8B48-9541-A4E569B62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A40DE9-0418-764A-B19F-1EE7C544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3D8F-0F01-1940-8600-3BB39ADE25C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1661EC-92F3-7E40-963E-8FB58E7A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FA6B5-D011-F24D-A51D-C16A5F69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2514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D9FE80-E492-AE48-BE1E-66E3CF4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883D9A-5EA5-194D-8B6D-72A55F74D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60FA98-479C-814F-8F36-B5B7A58CA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05DF-F38A-EA40-8654-F684BF040146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2F2311-9CB2-AE49-9369-99BFAEBA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C6ECF0-6C62-7C44-A75F-505DAC26B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2937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10D07-E1EC-F041-A57C-0E33CBD91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79DFE9-845F-7C4A-A1B7-FF3B81BA4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1C2891-B8B6-3643-A071-F7178EAF1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4F729E-722C-784D-8633-F91E3E8C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F8341-4D53-554A-A499-B4A94DD4A32F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058676-1D33-A140-85F2-5FB46D36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BE42C0-5914-1B40-AB84-20BB1142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25142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36E7EF-A9DD-E34A-BAD8-E7F522E2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959C4F-DCD0-2647-AA03-A86BE4BA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E205C1-C6BF-2D4C-8170-7D6EDB8E2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F8F611-0A33-DB42-8D37-1FB5A6402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342E63-07F7-1545-922C-05B843E54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973FA50-4BD6-D84B-8763-6D6C25C6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031A2-661C-FF42-8865-C93014259FEE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BF6035-FBC3-2948-9C18-3D312F91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CA896D-77E9-7F4A-BE42-B8D21BBE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0423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4BDB43-4E00-A147-B163-E8782D12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668D53-E239-EC41-8E32-9BF8A84F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62482-F1EE-0042-A9B0-1A61B60B210E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D634B88-25A6-A44D-863D-1BCD05AC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A17AF7-F661-E14E-ACCB-D45C27B5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4621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ED215BD-3B55-0D44-B23F-7C2C69F7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8A9DD-E871-C348-A71C-E5DADB877016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C65577-1308-6144-A9C5-24E3B231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3AA782-FF4E-1F4C-854C-2C653298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0992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05E8F1-0BA9-E74C-AEB5-05481CE7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3AEB4A-DEFA-B748-91C3-D1714F1F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B3ADB0-9B8A-4341-BAF2-8AF689D4C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009335-ED10-8246-AE00-0C37B315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0300-C579-D94A-A079-C481BE2A3059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022AEBE-722D-3447-A3A1-754700F9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A17DCB-44FE-7343-BCE4-36E4C73A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6142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118E29-25BB-B747-8B14-0A920EDD2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3EB597-8AFD-AD40-8E7F-07931DCBFE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7D8C17-4C73-5D4B-9245-1E714C8FD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1E232A-A646-CE4C-B7EF-A6D2BEDD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63E5-4044-AD43-858B-7E2042AD2322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B286D1-DA91-104D-8001-2224A561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B5FDD9-D456-DD45-AAE1-19375B4D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5092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BA8BCF-78E6-D742-9A49-C3BBE4BD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73756E-AD7D-AC44-8A13-9DC38DB61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AA211C-DD04-E243-A1C3-F206503D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082E-DDC0-E745-95A7-2822C909E785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764F00-6F9C-9B49-8FD5-B9CC128B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741F9B-FF7C-554D-AB30-482D431F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936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A91E243-46A5-854D-8DEE-3B6457010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8345EE-EFAE-7447-9975-D5443EF65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8A1263-D92D-6145-97BD-E91251E3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7E629-E8FC-D643-BF89-02C95D2490C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9A5147-0DB0-054A-ACFA-CA3628D3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312D6E-AFA2-AB49-947D-BEC9225F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0616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5B132-7F19-3C42-98A3-E8487F137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DE069F1-5663-D54E-8EAA-2970DB70F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66093F-EB17-2840-B653-C7358A6E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159-4427-5E4A-9EE8-9B57850F2D6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24780-3B9F-FE42-9533-CEE3452B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76B23-671E-C14D-A4F5-CC9A05F3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472496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68504-1B91-E14C-AEA1-1A8D5DEA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F22C1A-4682-1149-99A5-6D659BD2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6A686E-E6C6-934D-841C-66C5F3F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7784-BE8F-8F48-8A81-DF2587DDCDFF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A78F01-CBB7-FE46-BDF7-3EF76CC4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585B95-AAB0-E248-920C-941C0A4D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8137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B9316-7AF9-9941-BB86-D1362D0F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2A534F-6883-8D4D-A025-7C2165A8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D5D68-F49E-4341-B084-F3EFFF24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634EE-ABC2-3A4B-8266-1E5E75A8941F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B255C-C13A-6E43-BD99-AAA797C3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01EF0-C5DC-1048-B432-98E4449E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7296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B9D7C-8970-254F-8542-14B7C09A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C3306E-BDC3-8741-ABA7-3F7A706C5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44301B-A29A-1E4C-9EBA-2806A2D3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21C31B-92A3-894F-8275-4EAFCBBC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5AEF-2DEB-C34C-B699-5E9B6A7056E6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30DC7E-0924-8A4B-82EB-9748CE05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590894-D8B3-5A45-A5F3-DA1D4C86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8366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1C307-BF95-0F41-BC6F-B4AD6A430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5BB5B-02DA-BC46-905E-A7D1D32C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0D4B81-768C-7D43-B5B7-C8F211D1D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CCC475-57AB-0B44-9F3F-B568CFEC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4519F5-57F3-B84E-9F03-7B4B2EAD3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442A2E-1849-AD40-ADF8-DF5A24B7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4BE2D-48C0-A647-A5D5-4F4E942DC93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40D1E2-F4EA-6B4F-B2D2-58195714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3B1D87-15F9-DD44-A9D3-9774BFB5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22669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E1CBB-5A95-0941-A387-223E3A94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FBCB4D-2656-7542-9155-2FDC433F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E20E6-5E73-0347-9391-9F4875A5BA36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7EFC8E-94DB-C248-ADD4-FEF6396E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727167-4777-2749-8F5D-61D9AD1A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0172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B00604-1DE4-394C-9E4B-09EE47AB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652D9-6FBD-424D-AD4A-C9EF95B4119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EF364F-68C8-8A48-A43D-7D568FC8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E9C15D-D9FF-C849-8CDB-43FD90D5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0692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2983AE-7E06-B949-B352-444A4E9C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DC20A8-B71A-BA4B-AEFB-92223183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B64040-8E3F-F149-80EA-9AF78D204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75FB47-9913-4C4F-B5DA-CFEE2005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42B13-AAA3-4D41-998E-A684CC5B2C44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FC840E-68F6-004B-A5B3-7A9BA82C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07DBFA-22FD-3045-9CD6-F14A07F3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0104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DD1A1-5F79-3840-99B9-AF8269D8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9502DF-7B3F-7740-892E-56EC49E63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42B9C7-6FF2-DC40-99F4-802129C29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F83D08-3FCB-0C43-9E92-C1C26E4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002BD-227F-BB4D-AF27-D8B726E94D28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2EB8D0-D331-2E41-89D3-1E5A0490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09F1B-007D-3246-A389-D216E75B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9037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B4414-18E9-F54F-B7BB-87BFEAB2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16EF3-6560-DE43-AED2-721093DAF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8DFED-461D-2842-B30D-AB944244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AE930-42B9-CF4E-A273-FACA52767E9C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8B560-85EE-4242-804C-CAB76651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BB3C45-57EB-6848-8935-C40B0D72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6126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B24997-D658-2842-AB6A-56F35C91A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86EFD6-34C4-5046-937E-A5149C4E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5F1F3C-BFC5-E14E-AD0F-FE01B0C3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63B53-490E-F747-BF46-112B6F92C0C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55E71-6C39-0341-8E81-E4B1D30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EEA58-EBF4-8B46-B12E-A77B22DD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3648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5B132-7F19-3C42-98A3-E8487F137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DE069F1-5663-D54E-8EAA-2970DB70F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66093F-EB17-2840-B653-C7358A6E2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9CA8-0BD2-0942-A3CC-454569A42901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924780-3B9F-FE42-9533-CEE3452B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76B23-671E-C14D-A4F5-CC9A05F3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491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68504-1B91-E14C-AEA1-1A8D5DEA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F22C1A-4682-1149-99A5-6D659BD2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6A686E-E6C6-934D-841C-66C5F3F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AFD93-A289-A642-8CBB-807C9D2E9348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A78F01-CBB7-FE46-BDF7-3EF76CC44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585B95-AAB0-E248-920C-941C0A4D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412414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B9316-7AF9-9941-BB86-D1362D0F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2A534F-6883-8D4D-A025-7C2165A83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D5D68-F49E-4341-B084-F3EFFF24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EA25B-3CA3-614A-9719-4370FECF2EFC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B255C-C13A-6E43-BD99-AAA797C3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E01EF0-C5DC-1048-B432-98E4449E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7900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7B9D7C-8970-254F-8542-14B7C09A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C3306E-BDC3-8741-ABA7-3F7A706C5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44301B-A29A-1E4C-9EBA-2806A2D36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21C31B-92A3-894F-8275-4EAFCBBC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DC188-606B-8E4A-BCC1-C5F15376861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30DC7E-0924-8A4B-82EB-9748CE05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590894-D8B3-5A45-A5F3-DA1D4C86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5384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1C307-BF95-0F41-BC6F-B4AD6A430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A5BB5B-02DA-BC46-905E-A7D1D32C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0D4B81-768C-7D43-B5B7-C8F211D1D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CCC475-57AB-0B44-9F3F-B568CFEC6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4519F5-57F3-B84E-9F03-7B4B2EAD3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C442A2E-1849-AD40-ADF8-DF5A24B7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FBD29-6F92-B94E-80E4-6AD20E9E0708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40D1E2-F4EA-6B4F-B2D2-58195714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3B1D87-15F9-DD44-A9D3-9774BFB5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8583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E1CBB-5A95-0941-A387-223E3A94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FBCB4D-2656-7542-9155-2FDC433F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D8647-A7DE-E84C-A4BB-CFB3735B27CC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F7EFC8E-94DB-C248-ADD4-FEF6396E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727167-4777-2749-8F5D-61D9AD1A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68216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9B00604-1DE4-394C-9E4B-09EE47AB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DFF9-F3CF-994E-A0E9-E391D73F7157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7EF364F-68C8-8A48-A43D-7D568FC8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E9C15D-D9FF-C849-8CDB-43FD90D5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05283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2983AE-7E06-B949-B352-444A4E9CA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DC20A8-B71A-BA4B-AEFB-92223183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B64040-8E3F-F149-80EA-9AF78D204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375FB47-9913-4C4F-B5DA-CFEE2005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68BE1-69DC-6144-802F-2720B25C7C2F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FC840E-68F6-004B-A5B3-7A9BA82C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07DBFA-22FD-3045-9CD6-F14A07F3C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24577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DD1A1-5F79-3840-99B9-AF8269D8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9502DF-7B3F-7740-892E-56EC49E638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42B9C7-6FF2-DC40-99F4-802129C29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F83D08-3FCB-0C43-9E92-C1C26E49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9EAB9-41D6-A44A-8333-0819E2BF7632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2EB8D0-D331-2E41-89D3-1E5A0490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609F1B-007D-3246-A389-D216E75BC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5383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B4414-18E9-F54F-B7BB-87BFEAB2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C16EF3-6560-DE43-AED2-721093DAF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28DFED-461D-2842-B30D-AB944244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BB50-7DF9-6C49-A9E4-E483677A3234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38B560-85EE-4242-804C-CAB76651C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BB3C45-57EB-6848-8935-C40B0D72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732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0B24997-D658-2842-AB6A-56F35C91A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86EFD6-34C4-5046-937E-A5149C4E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5F1F3C-BFC5-E14E-AD0F-FE01B0C3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8102-FE3C-3E4E-9D3E-E64561B1D63B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55E71-6C39-0341-8E81-E4B1D303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EEA58-EBF4-8B46-B12E-A77B22DDC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7868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CD02C6-9DD1-7940-98E5-51B6C8592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A19F75-1A8D-B244-9456-EF209BF72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5CFD9C-BA83-B742-9FC9-3AF75D99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7BD7-100F-D94C-ADA8-0D01B95512C3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B86387-B05B-CD42-BA6B-1B72E376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449C8-2BC9-7144-9E53-22C7BBB8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6344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9CF670-ACCB-C842-BE4C-05DCF76F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F604DB-4DCD-A94E-9F94-EE957EBFD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3DA01-7D0D-944B-8CDF-8BFDFFAC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5984-6D2A-D347-AE20-7EBB9DC1E9C6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076ADC-4D8E-C74A-9613-C89DD865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D0D34A-D2CE-2140-9BBE-9DC5CEB7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055050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1436B1-72A3-DD42-8D37-62817EBE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2D32E-1CAE-AF4A-B598-F0A007D9A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7B853F-1BF5-D44F-9927-E11E1D5B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7230-7653-DE44-81BE-4A97D6E21CF1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CB00D8-29A6-0B44-9A3F-DC6550B5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767F87-DB48-CC42-B4AB-B165F2C4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85763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85D23-4450-A640-912D-A7B7B274E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8CB5B4-7BB3-5544-8518-66EF7FF840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A64B48-9544-9A45-91EE-D61240C3D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AA1219-5AB3-ED42-A943-E9AD2D98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2D072-DEE7-734D-B459-CCE222919A0F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FE425F-1D27-3145-B271-028D3A4AC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5B9345-A210-954C-BD41-95ED30C5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6711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6CDC16-B5CE-FA46-833B-5A1819B74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A87279-448A-CF45-8B60-89D8A1F16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FCA6D4A-A089-E34F-9438-8AB1A69B0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81E652-85E0-514A-8E60-20699FA1C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4344524-7EA5-0044-A967-9299D41F5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EDC00A-58D7-1046-B4BE-F24C2B38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B0A4F-029F-5749-AEE1-9939FE7D62B0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EA56BCA-2631-3843-8D07-4204F79C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78A6005-240E-DC43-94F6-E18D5D69E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6517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9EF04-0607-E845-B27C-D75DF860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DCAAC0-FDF0-FD4F-BBD2-4DBEB9D4D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9C17-682B-2047-AE07-C7F5AD6E952E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0A9E47-D38D-484E-9391-5292BB93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3B68783-6985-8443-A4A4-C5FFC523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0514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01357B-F2BC-B141-8275-6CB4EE9D0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1E90-8C01-0641-BB97-30279272E2C7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2AE0E8-8298-6246-B2FD-7599C2A3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C978FE-7811-8444-BD9B-6808A638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489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0DE807-E9C6-DB49-B119-F94D9173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D61C43-3BF9-C94F-9329-034DA2FEB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894E27-D192-B74B-8EDA-AD3604B4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212837-22A9-0846-A596-65B830B3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DAF34-8BED-C049-A48D-0B74CCF06E6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31DF97-991A-2E4F-BE7B-23FEC881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2847E8-2661-5B42-BB3E-104CA319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288416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FB9A57-C23B-CB42-9511-60CB2A9F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E244010-68C3-A446-BD39-7BF3E4118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51BA11-61FE-C14C-B45F-9D4A64DCE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02DE00-4836-CF47-A44B-A5CF8F28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94A3B-A6BB-5244-8755-6B7087A80B9E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40D394-D657-CA41-9A49-62923D1B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D9D78D-682E-D343-91D4-8CD2B4CD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3247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8A80CD-4D51-8B42-BB13-1FE323861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B10C2ED-BA07-454C-B6BB-911E1D449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86CC7C-B0F5-C14A-8A62-2F418172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F1B73-451A-9E4E-AEC6-98AE6034149F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E739A3-C13D-3747-B7C7-ABE1D975D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B602FD-CDA1-5341-84B1-0EC81A421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639272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C559A9-F923-AF44-B7DE-C51A053ED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BD65A6-FF39-9545-A165-EA42BA331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0C98AA-0105-734B-8348-780B3664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94068-4C42-EC43-A940-FB0E84EF63CA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7C2A9-9BCA-1144-8713-51054938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76CA09-EC45-2749-B04A-72259BCF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979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3DB73BC-098A-7E48-A195-6DD06D8B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929396-929A-2049-AC86-B92FF52F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72F4E2-1272-BD4E-BCD1-49B7E61B4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F85AF-CC4B-CF40-BCCA-BC52A97ED1BE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D0D370-7A77-C04E-8856-749ABFF6B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ja-JP" altLang="en"/>
              <a:t>（</a:t>
            </a:r>
            <a:r>
              <a:rPr lang="en" altLang="ja-JP"/>
              <a:t>C</a:t>
            </a:r>
            <a:r>
              <a:rPr lang="ja-JP" altLang="en"/>
              <a:t>）</a:t>
            </a:r>
            <a:r>
              <a:rPr lang="en" altLang="ja-JP"/>
              <a:t>2025.</a:t>
            </a:r>
            <a:r>
              <a:rPr lang="ja-JP" altLang="en"/>
              <a:t>（</a:t>
            </a:r>
            <a:r>
              <a:rPr lang="ja-JP" altLang="en-US"/>
              <a:t>一社）篠浦塾</a:t>
            </a:r>
            <a:endParaRPr lang="en-US" altLang="ja-JP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60F11D-E3F0-8048-9D5A-4B957FFF7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7204" y="63862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91D0CB2D-CA46-6C49-BA2E-1DD9F5CEC81F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4CF0B10-9641-B046-8A14-89815040BF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353800" y="94773"/>
            <a:ext cx="693209" cy="54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2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B247E8-E56E-1240-8BD4-7F4A7E37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5F99CB-AFB2-E041-A8B6-3154CE42E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C781C0-A9C6-BD44-AE16-B11388542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4D797-6758-C545-8739-5D2F17437D60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8E781A-3559-284F-BBDE-A54E46ED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5CC957-4E66-8A4E-AD41-629AA764A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79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B247E8-E56E-1240-8BD4-7F4A7E37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5F99CB-AFB2-E041-A8B6-3154CE42E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C781C0-A9C6-BD44-AE16-B11388542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C956E-7FF6-634F-A4C0-A985F380180D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8E781A-3559-284F-BBDE-A54E46ED16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5CC957-4E66-8A4E-AD41-629AA764A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FE30F-3CF6-F248-A505-912EF0DA53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74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0B854C-73E2-1D48-A95F-109A5622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C339EA3-A517-DA44-9FF3-DA985E16A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57B63D-B6DA-DB4B-8980-1067DF7CB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5EE61-2C9F-4641-8B98-42DA10460807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795444-093B-2044-A0C9-FE902FBBA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B16965-FA9D-0547-801F-1DAD0B9DA3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EE26E-6718-B247-9039-F184A14B79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656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853AE-1541-3140-B955-3EDBE804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4E7434-E818-6144-B990-49860B6D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3D08D-5087-254D-9582-D9705FAE7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B7CAC-700E-4D43-92EC-F4FACE72CDA8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98529E-88D2-2D4D-A1BE-5C412A18A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4ED17-6A8C-3B4D-8889-382137528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94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B853AE-1541-3140-B955-3EDBE804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4E7434-E818-6144-B990-49860B6D2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33D08D-5087-254D-9582-D9705FAE7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FB133-8425-4A40-B234-1450A5742C43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98529E-88D2-2D4D-A1BE-5C412A18A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4ED17-6A8C-3B4D-8889-382137528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16DF3-1763-0844-865A-4FAF4DA5AF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C834641-53D6-F540-A959-FC6A6618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7D7EE9-D3C7-BD4B-9DFC-7574FC408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555A1-AF2F-CA4B-9B5A-29B5781B3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37005-0FA6-1440-8377-B7039CAB8071}" type="datetime1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758A72-0278-6C48-BFFE-495AAEFA8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"/>
              <a:t>（</a:t>
            </a:r>
            <a:r>
              <a:rPr kumimoji="1" lang="en" altLang="ja-JP"/>
              <a:t>C</a:t>
            </a:r>
            <a:r>
              <a:rPr kumimoji="1" lang="ja-JP" altLang="en"/>
              <a:t>）</a:t>
            </a:r>
            <a:r>
              <a:rPr kumimoji="1" lang="en" altLang="ja-JP"/>
              <a:t>2025.</a:t>
            </a:r>
            <a:r>
              <a:rPr kumimoji="1" lang="ja-JP" altLang="en"/>
              <a:t>（</a:t>
            </a:r>
            <a:r>
              <a:rPr kumimoji="1" lang="ja-JP" altLang="en-US"/>
              <a:t>一社）篠浦塾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73F572-FC21-8A48-9310-4CBD48102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0D0D7-A5A6-144E-9084-65258A6700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54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784002AC-89B9-CD48-ABED-2321AC50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AE5218F-E58F-5B48-90EA-BB0153A40B12}"/>
              </a:ext>
            </a:extLst>
          </p:cNvPr>
          <p:cNvSpPr/>
          <p:nvPr/>
        </p:nvSpPr>
        <p:spPr>
          <a:xfrm>
            <a:off x="3079096" y="2514600"/>
            <a:ext cx="6033807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algn="ctr">
              <a:defRPr sz="2000" b="1">
                <a:solidFill>
                  <a:srgbClr val="1F3864"/>
                </a:solidFill>
              </a:defRPr>
            </a:pPr>
            <a:r>
              <a:t>Ａ様（40代女性・広報担当）</a:t>
            </a:r>
            <a:br/>
            <a:r>
              <a:t>S-BRAIN脳活診断 分析発表</a:t>
            </a:r>
          </a:p>
        </p:txBody>
      </p:sp>
    </p:spTree>
    <p:extLst>
      <p:ext uri="{BB962C8B-B14F-4D97-AF65-F5344CB8AC3E}">
        <p14:creationId xmlns:p14="http://schemas.microsoft.com/office/powerpoint/2010/main" val="88060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1302BD-7969-9A40-373E-87B20D80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4F61603-CD1B-9FB0-1064-0611E0F8860B}"/>
              </a:ext>
            </a:extLst>
          </p:cNvPr>
          <p:cNvSpPr/>
          <p:nvPr/>
        </p:nvSpPr>
        <p:spPr>
          <a:xfrm>
            <a:off x="1600200" y="1075764"/>
            <a:ext cx="3307976" cy="699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本人</a:t>
            </a:r>
            <a:endParaRPr kumimoji="1" lang="en-US" altLang="ja-JP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E0B553-9777-DB40-008B-20C52702664F}"/>
              </a:ext>
            </a:extLst>
          </p:cNvPr>
          <p:cNvSpPr/>
          <p:nvPr/>
        </p:nvSpPr>
        <p:spPr>
          <a:xfrm>
            <a:off x="7336576" y="1075763"/>
            <a:ext cx="3307976" cy="699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観察者</a:t>
            </a:r>
            <a:endParaRPr kumimoji="1" lang="en-US" altLang="ja-JP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669280" cy="521208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669280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6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5769A1C-AA96-1A6F-DFDF-40773CAD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"/>
            <a:ext cx="11612880" cy="621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121889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3864"/>
                </a:solidFill>
              </a:defRPr>
            </a:pPr>
            <a:r>
              <a:t>Ａ様　S-BRAIN改善分析（棒グラフ）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6492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06060"/>
                </a:solidFill>
              </a:defRPr>
            </a:pPr>
            <a:r>
              <a:t>（C）2026.（一社）篠浦塾</a:t>
            </a:r>
          </a:p>
        </p:txBody>
      </p:sp>
    </p:spTree>
    <p:extLst>
      <p:ext uri="{BB962C8B-B14F-4D97-AF65-F5344CB8AC3E}">
        <p14:creationId xmlns:p14="http://schemas.microsoft.com/office/powerpoint/2010/main" val="265646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22ED2DCB-A922-4B88-5ED0-8930133CA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91440"/>
            <a:ext cx="11978640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2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45B5B6BA-6F9F-D1EA-361C-7B8A20D7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"/>
            <a:ext cx="12188952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12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E402916A-9BDE-5A2F-A8A6-56B0C5FF6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"/>
            <a:ext cx="12188952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6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2">
            <a:extLst>
              <a:ext uri="{FF2B5EF4-FFF2-40B4-BE49-F238E27FC236}">
                <a16:creationId xmlns:a16="http://schemas.microsoft.com/office/drawing/2014/main" id="{9C75B07D-E11D-4534-B8B3-855D12EB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"/>
            <a:ext cx="12188952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42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9520-F033-753F-85DE-C6B9902B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2">
            <a:extLst>
              <a:ext uri="{FF2B5EF4-FFF2-40B4-BE49-F238E27FC236}">
                <a16:creationId xmlns:a16="http://schemas.microsoft.com/office/drawing/2014/main" id="{0EA81EA6-C4C2-88CC-C47E-BC3841C9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"/>
            <a:ext cx="12188952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7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961601-7973-9049-BCC3-B7C1406FD1E7}"/>
              </a:ext>
            </a:extLst>
          </p:cNvPr>
          <p:cNvSpPr/>
          <p:nvPr/>
        </p:nvSpPr>
        <p:spPr>
          <a:xfrm>
            <a:off x="416689" y="908051"/>
            <a:ext cx="5622161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 sz="1100" b="1"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脳のタイプ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09C34D5-4C72-5D41-8CD9-BA476AA0A7F6}"/>
              </a:ext>
            </a:extLst>
          </p:cNvPr>
          <p:cNvSpPr/>
          <p:nvPr/>
        </p:nvSpPr>
        <p:spPr>
          <a:xfrm>
            <a:off x="416689" y="1353345"/>
            <a:ext cx="5622161" cy="2505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>
              <a:defRPr sz="900">
                <a:solidFill>
                  <a:srgbClr val="1A1A1A"/>
                </a:solidFill>
              </a:defRPr>
            </a:pPr>
            <a:r>
              <a:t>本人</a:t>
            </a:r>
            <a:endParaRPr lang="en-US" altLang="ja-JP" sz="200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４の数  右3(14) ＞ 左2(7) ＞ 左3(5) ＝ 右2(5)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４＋３の数  右3(17) ＞ 左3(14) ＞ 右2(11) ＞ 左2(10)</a:t>
            </a:r>
          </a:p>
          <a:p>
            <a:pPr>
              <a:defRPr sz="900">
                <a:solidFill>
                  <a:srgbClr val="1A1A1A"/>
                </a:solidFill>
              </a:defRPr>
            </a:p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観察者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４の数  右3(10) ＞ 左3(7) ＞ 左2(6) ＞ 右2(2)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４＋３の数  右3(18) ＞ 左3(15) ＞ 左2(9) ＞ 右2(4)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BC7DE35-2DDF-2C4B-A06A-3AC3AB3C4C66}"/>
              </a:ext>
            </a:extLst>
          </p:cNvPr>
          <p:cNvSpPr/>
          <p:nvPr/>
        </p:nvSpPr>
        <p:spPr>
          <a:xfrm>
            <a:off x="411928" y="4032251"/>
            <a:ext cx="5622162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脳活用度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18D0032-577B-E141-A491-8494DE35180E}"/>
              </a:ext>
            </a:extLst>
          </p:cNvPr>
          <p:cNvSpPr/>
          <p:nvPr/>
        </p:nvSpPr>
        <p:spPr>
          <a:xfrm>
            <a:off x="411928" y="4546601"/>
            <a:ext cx="5622162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>
                <a:solidFill>
                  <a:srgbClr val="1A1A1A"/>
                </a:solidFill>
              </a:defRPr>
            </a:pPr>
            <a:r>
              <a:t>本人: 75（やや高い）</a:t>
            </a:r>
            <a:endParaRPr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観察者: 65（やや高い）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8CE70B6-2322-9B48-8322-53ADB61535B5}"/>
              </a:ext>
            </a:extLst>
          </p:cNvPr>
          <p:cNvSpPr/>
          <p:nvPr/>
        </p:nvSpPr>
        <p:spPr>
          <a:xfrm>
            <a:off x="411928" y="5156201"/>
            <a:ext cx="5622162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能動脳と受動脳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ACA507-3CEC-B04C-8914-26613ABAD559}"/>
              </a:ext>
            </a:extLst>
          </p:cNvPr>
          <p:cNvSpPr/>
          <p:nvPr/>
        </p:nvSpPr>
        <p:spPr>
          <a:xfrm>
            <a:off x="411929" y="5661025"/>
            <a:ext cx="5622161" cy="7127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>
                <a:solidFill>
                  <a:srgbClr val="1A1A1A"/>
                </a:solidFill>
              </a:defRPr>
            </a:pPr>
            <a:r>
              <a:t>受動脳  本人: 83（高い）  観察者: 73（やや高い）</a:t>
            </a:r>
            <a:endParaRPr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能動脳  本人: 52（平均）  観察者: 52（平均）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CCED35-894B-4347-96BE-D7938E958C38}"/>
              </a:ext>
            </a:extLst>
          </p:cNvPr>
          <p:cNvSpPr/>
          <p:nvPr/>
        </p:nvSpPr>
        <p:spPr>
          <a:xfrm>
            <a:off x="6183314" y="908051"/>
            <a:ext cx="5711400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人間脳と動物脳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BF59DD6-61A9-F140-899C-666337DEEA10}"/>
              </a:ext>
            </a:extLst>
          </p:cNvPr>
          <p:cNvSpPr/>
          <p:nvPr/>
        </p:nvSpPr>
        <p:spPr>
          <a:xfrm>
            <a:off x="6183314" y="1514906"/>
            <a:ext cx="5711400" cy="8064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>
                <a:solidFill>
                  <a:srgbClr val="1A1A1A"/>
                </a:solidFill>
              </a:defRPr>
            </a:pPr>
            <a:r>
              <a:t>動物脳コントロール力</a:t>
            </a:r>
            <a:endParaRPr lang="en-US" altLang="ja-JP" sz="16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  本人: 84（高い）  観察者: 79（高い）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動物脳活性度（最適値42）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  本人: 61（高い）  観察者: 55（やや高い）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21A2D87-8581-1847-B1E3-390BDAA8F87F}"/>
              </a:ext>
            </a:extLst>
          </p:cNvPr>
          <p:cNvSpPr/>
          <p:nvPr/>
        </p:nvSpPr>
        <p:spPr>
          <a:xfrm>
            <a:off x="6183314" y="2312989"/>
            <a:ext cx="5711400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ストレスとストレス耐性</a:t>
            </a:r>
            <a:endParaRPr lang="ja-JP" altLang="en-US" sz="24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952FFE5-0BAF-D74E-B6C8-C69297135BC7}"/>
              </a:ext>
            </a:extLst>
          </p:cNvPr>
          <p:cNvSpPr/>
          <p:nvPr/>
        </p:nvSpPr>
        <p:spPr>
          <a:xfrm>
            <a:off x="6183314" y="2817813"/>
            <a:ext cx="5711400" cy="569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 eaLnBrk="1" hangingPunct="1">
              <a:defRPr sz="900">
                <a:solidFill>
                  <a:srgbClr val="1A1A1A"/>
                </a:solidFill>
              </a:defRPr>
            </a:pPr>
            <a:r>
              <a:t>ストレス度  本人: 26（やや低い）  観察者: 28（やや低い）</a:t>
            </a:r>
            <a:endParaRPr lang="en-US" altLang="ja-JP" sz="1600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ストレス耐性  本人: 64（高い）  観察者: 75（かなり高い）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044756A-1108-AF4F-A499-8456F52FA6A5}"/>
              </a:ext>
            </a:extLst>
          </p:cNvPr>
          <p:cNvSpPr/>
          <p:nvPr/>
        </p:nvSpPr>
        <p:spPr>
          <a:xfrm>
            <a:off x="6183314" y="3448051"/>
            <a:ext cx="5711400" cy="5048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ja-JP" altLang="en-US" sz="2400" dirty="0">
                <a:solidFill>
                  <a:schemeClr val="tx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アドバイス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5FBA615-78A5-3F4D-8D32-893801C60177}"/>
              </a:ext>
            </a:extLst>
          </p:cNvPr>
          <p:cNvSpPr/>
          <p:nvPr/>
        </p:nvSpPr>
        <p:spPr>
          <a:xfrm>
            <a:off x="6183314" y="3952875"/>
            <a:ext cx="5711400" cy="24209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wrap="square"/>
          <a:lstStyle/>
          <a:p>
            <a:pPr>
              <a:defRPr sz="900">
                <a:solidFill>
                  <a:srgbClr val="1A1A1A"/>
                </a:solidFill>
              </a:defRPr>
            </a:pPr>
            <a:r>
              <a:t>右脳３次元優位スタイル。直感・感性・大局観が強みで、行動力も高い。</a:t>
            </a:r>
            <a:endParaRPr lang="ja-JP" altLang="ja-JP" sz="140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  <a:p>
            <a:pPr>
              <a:defRPr sz="900">
                <a:solidFill>
                  <a:srgbClr val="1A1A1A"/>
                </a:solidFill>
              </a:defRPr>
            </a:pPr>
            <a:r>
              <a:t>受動脳83（高）と能動脳52（平均）のギャップが、情報は多く収集するが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判断・調整面での課題につながっている可能性。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動物脳活性度61（高）により強いこだわりや固執が生まれやすい。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コントロール力84（高）を活かして感情の浄化・昇華を意識的に行うこと。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自分の強みをさらに伸ばしながら、部下・周囲との関係改善のために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「受け入れる姿勢」と「手放す練習」（マインドフルネス等）を取り入れると良い。</a:t>
            </a:r>
          </a:p>
          <a:p>
            <a:pPr>
              <a:defRPr sz="900">
                <a:solidFill>
                  <a:srgbClr val="1A1A1A"/>
                </a:solidFill>
              </a:defRPr>
            </a:pPr>
            <a:r>
              <a:t>IQ132の知性を日本精神・社会貢献方向へ向けることが最大の開花となる。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93E5023E-AD1D-8E80-CF53-9BE47CDBB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329" y="74678"/>
            <a:ext cx="1630362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720C0DF1-7168-3B5F-F452-D3DE28A6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2691" y="74678"/>
            <a:ext cx="863600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 sz="1200" b="1">
                <a:solidFill>
                  <a:srgbClr val="FFFFFF"/>
                </a:solidFill>
              </a:defRPr>
            </a:pPr>
            <a:r>
              <a:t>Ａ様　まとめ</a:t>
            </a:r>
            <a:endParaRPr lang="ja-JP" altLang="en-US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FA7E9A8-5EB1-B931-B7BF-18B1BC6C1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6291" y="74678"/>
            <a:ext cx="1079500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ja-JP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C58AC7-9511-4511-A911-4923CB9E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92" y="75043"/>
            <a:ext cx="6753879" cy="539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1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ja-JP" altLang="en-US" sz="180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7145C0-7932-4459-404A-30B81E03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kumimoji="1" lang="ja-JP" altLang="en" dirty="0"/>
              <a:t>（</a:t>
            </a:r>
            <a:r>
              <a:rPr kumimoji="1" lang="en" altLang="ja-JP" dirty="0"/>
              <a:t>C</a:t>
            </a:r>
            <a:r>
              <a:rPr kumimoji="1" lang="ja-JP" altLang="en" dirty="0"/>
              <a:t>）</a:t>
            </a:r>
            <a:r>
              <a:rPr kumimoji="1" lang="en" altLang="ja-JP" dirty="0"/>
              <a:t>202</a:t>
            </a:r>
            <a:r>
              <a:rPr kumimoji="1" lang="en-US" altLang="ja-JP" dirty="0"/>
              <a:t>6</a:t>
            </a:r>
            <a:r>
              <a:rPr kumimoji="1" lang="en" altLang="ja-JP" dirty="0"/>
              <a:t>.</a:t>
            </a:r>
            <a:r>
              <a:rPr kumimoji="1" lang="ja-JP" altLang="en" dirty="0"/>
              <a:t>（</a:t>
            </a:r>
            <a:r>
              <a:rPr kumimoji="1" lang="ja-JP" altLang="en-US" dirty="0"/>
              <a:t>一社）篠浦塾</a:t>
            </a:r>
          </a:p>
        </p:txBody>
      </p:sp>
    </p:spTree>
    <p:extLst>
      <p:ext uri="{BB962C8B-B14F-4D97-AF65-F5344CB8AC3E}">
        <p14:creationId xmlns:p14="http://schemas.microsoft.com/office/powerpoint/2010/main" val="3131754943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Ａ様　ライフヒストリー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3657600" cy="10972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3864"/>
                </a:solidFill>
              </a:defRPr>
            </a:pPr>
            <a:r>
              <a:t>基本プロフィール</a:t>
            </a:r>
          </a:p>
          <a:p>
            <a:pPr>
              <a:defRPr sz="1000"/>
            </a:pPr>
            <a:r>
              <a:t>・年齢: 40代　・性別: 女性</a:t>
            </a:r>
          </a:p>
          <a:p>
            <a:pPr>
              <a:defRPr sz="1000"/>
            </a:pPr>
            <a:r>
              <a:t>・職業: 広報担当（PRtimes・広報業務）</a:t>
            </a:r>
          </a:p>
          <a:p>
            <a:pPr>
              <a:defRPr sz="1000"/>
            </a:pPr>
            <a:r>
              <a:t>・IQ: 132　（メンサ会員）</a:t>
            </a:r>
          </a:p>
          <a:p>
            <a:pPr>
              <a:defRPr sz="1000"/>
            </a:pPr>
            <a:r>
              <a:t>・発達障害診断あり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11704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F3864"/>
                </a:solidFill>
              </a:defRPr>
            </a:pPr>
            <a:r>
              <a:t>●生育歴・家庭背景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・発達障害の父親のもとで育つ。父親との関係が対人スタイルや物事の見方に影響。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・子供2名を育てながら多様な仕事をこなしてきた。強い責任感と実行力を持つ。</a:t>
            </a:r>
          </a:p>
          <a:p>
            <a:pPr>
              <a:defRPr sz="1050">
                <a:solidFill>
                  <a:srgbClr val="1A1A1A"/>
                </a:solidFill>
              </a:defRPr>
            </a:pPr>
          </a:p>
          <a:p>
            <a:pPr>
              <a:defRPr sz="1050" b="1">
                <a:solidFill>
                  <a:srgbClr val="1F3864"/>
                </a:solidFill>
              </a:defRPr>
            </a:pPr>
            <a:r>
              <a:t>●職業・強み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・文章を書くことが得意。PRtimes執筆・広報業務で活躍している。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・理路整然とした論理展開が得意で、企画・発信力が高い。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・非常に優秀で仕事の質が高く、高い成果を出してきた。</a:t>
            </a:r>
          </a:p>
          <a:p>
            <a:pPr>
              <a:defRPr sz="1050">
                <a:solidFill>
                  <a:srgbClr val="1A1A1A"/>
                </a:solidFill>
              </a:defRPr>
            </a:pPr>
          </a:p>
          <a:p>
            <a:pPr>
              <a:defRPr sz="1050" b="1">
                <a:solidFill>
                  <a:srgbClr val="1F3864"/>
                </a:solidFill>
              </a:defRPr>
            </a:pPr>
            <a:r>
              <a:t>●対人関係・観察者が感じた特徴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・仕事のやりにくさを感じると徹底的に改善しようとし、周囲を巻き込む傾向がある。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・「気になるとずっと頭から離れない」→ ターゲットが時期によって変わる。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・部下・同僚からは「怖い」「一方的」「無茶ぶりがすごい」という声も聞かれる。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・仕事上でやりにくかった複数の人物の悪口を、繰り返し話す傾向がある。</a:t>
            </a:r>
          </a:p>
          <a:p>
            <a:pPr>
              <a:defRPr sz="1050">
                <a:solidFill>
                  <a:srgbClr val="1A1A1A"/>
                </a:solidFill>
              </a:defRPr>
            </a:pPr>
          </a:p>
          <a:p>
            <a:pPr>
              <a:defRPr sz="1050" b="1">
                <a:solidFill>
                  <a:srgbClr val="1F3864"/>
                </a:solidFill>
              </a:defRPr>
            </a:pPr>
            <a:r>
              <a:t>●最近の出来事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・IQ132と判明し、メンサ（世界的高IQ団体）の会員登録を完了。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・発達障害（ASD/ADHD傾向）の診断が最近下された。</a:t>
            </a:r>
          </a:p>
          <a:p>
            <a:pPr>
              <a:defRPr sz="1050">
                <a:solidFill>
                  <a:srgbClr val="1A1A1A"/>
                </a:solidFill>
              </a:defRPr>
            </a:pPr>
            <a:r>
              <a:t>・自己理解を深め、強みを活かしながら弱みに向き合う時期にある。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492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06060"/>
                </a:solidFill>
              </a:defRPr>
            </a:pPr>
            <a:r>
              <a:t>（C）2026.（一社）篠浦塾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12188952" cy="6675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23360" y="6492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06060"/>
                </a:solidFill>
              </a:defRPr>
            </a:pPr>
            <a:r>
              <a:t>（C）2026.（一社）篠浦塾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12188952" cy="6675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23360" y="6492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06060"/>
                </a:solidFill>
              </a:defRPr>
            </a:pPr>
            <a:r>
              <a:t>（C）2026.（一社）篠浦塾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12188952" cy="6675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23360" y="6492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06060"/>
                </a:solidFill>
              </a:defRPr>
            </a:pPr>
            <a:r>
              <a:t>（C）2026.（一社）篠浦塾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</TotalTime>
  <Words>167</Words>
  <Application>Microsoft Office PowerPoint</Application>
  <PresentationFormat>ワイド画面</PresentationFormat>
  <Paragraphs>29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9</vt:i4>
      </vt:variant>
    </vt:vector>
  </HeadingPairs>
  <TitlesOfParts>
    <vt:vector size="21" baseType="lpstr">
      <vt:lpstr>MS PGothic</vt:lpstr>
      <vt:lpstr>游ゴシック</vt:lpstr>
      <vt:lpstr>游ゴシック Light</vt:lpstr>
      <vt:lpstr>Arial</vt:lpstr>
      <vt:lpstr>Century</vt:lpstr>
      <vt:lpstr>Office テーマ</vt:lpstr>
      <vt:lpstr>1_デザインの設定</vt:lpstr>
      <vt:lpstr>2_デザインの設定</vt:lpstr>
      <vt:lpstr>3_デザインの設定</vt:lpstr>
      <vt:lpstr>4_デザインの設定</vt:lpstr>
      <vt:lpstr>5_デザインの設定</vt:lpstr>
      <vt:lpstr>デザインの設定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AKIHIKO KATO</dc:creator>
  <cp:lastModifiedBy>亜理 小川</cp:lastModifiedBy>
  <cp:revision>253</cp:revision>
  <dcterms:created xsi:type="dcterms:W3CDTF">2022-03-26T23:43:07Z</dcterms:created>
  <dcterms:modified xsi:type="dcterms:W3CDTF">2026-06-01T03:16:38Z</dcterms:modified>
</cp:coreProperties>
</file>